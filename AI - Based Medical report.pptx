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16"/>
  </p:notesMasterIdLst>
  <p:sldIdLst>
    <p:sldId id="257" r:id="rId2"/>
    <p:sldId id="259" r:id="rId3"/>
    <p:sldId id="260" r:id="rId4"/>
    <p:sldId id="266" r:id="rId5"/>
    <p:sldId id="261" r:id="rId6"/>
    <p:sldId id="267" r:id="rId7"/>
    <p:sldId id="270" r:id="rId8"/>
    <p:sldId id="273" r:id="rId9"/>
    <p:sldId id="274" r:id="rId10"/>
    <p:sldId id="275" r:id="rId11"/>
    <p:sldId id="276" r:id="rId12"/>
    <p:sldId id="277" r:id="rId13"/>
    <p:sldId id="278" r:id="rId14"/>
    <p:sldId id="27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7F26FC0-AAB4-4987-8FB2-F716E65F942C}" v="66" dt="2026-09-06T13:24:59.065"/>
  </p1510:revLst>
</p1510:revInfo>
</file>

<file path=ppt/tableStyles.xml><?xml version="1.0" encoding="utf-8"?>
<a:tblStyleLst xmlns:a="http://schemas.openxmlformats.org/drawingml/2006/main" def="{5C22544A-7EE6-4342-B048-85BDC9FD1C3A}">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495" autoAdjust="0"/>
    <p:restoredTop sz="75686" autoAdjust="0"/>
  </p:normalViewPr>
  <p:slideViewPr>
    <p:cSldViewPr snapToGrid="0" snapToObjects="1" showGuides="1">
      <p:cViewPr varScale="1">
        <p:scale>
          <a:sx n="62" d="100"/>
          <a:sy n="62" d="100"/>
        </p:scale>
        <p:origin x="1325"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ngeetha D" userId="c9208f0f95f7bab1" providerId="LiveId" clId="{6231393A-B5CF-4AD8-AA50-1AF051CB3F23}"/>
    <pc:docChg chg="undo custSel modSld">
      <pc:chgData name="Sangeetha D" userId="c9208f0f95f7bab1" providerId="LiveId" clId="{6231393A-B5CF-4AD8-AA50-1AF051CB3F23}" dt="2026-09-06T13:24:59.065" v="170" actId="1076"/>
      <pc:docMkLst>
        <pc:docMk/>
      </pc:docMkLst>
      <pc:sldChg chg="modSp mod">
        <pc:chgData name="Sangeetha D" userId="c9208f0f95f7bab1" providerId="LiveId" clId="{6231393A-B5CF-4AD8-AA50-1AF051CB3F23}" dt="2026-09-06T13:04:43.730" v="4" actId="14100"/>
        <pc:sldMkLst>
          <pc:docMk/>
          <pc:sldMk cId="1701276206" sldId="274"/>
        </pc:sldMkLst>
        <pc:spChg chg="mod">
          <ac:chgData name="Sangeetha D" userId="c9208f0f95f7bab1" providerId="LiveId" clId="{6231393A-B5CF-4AD8-AA50-1AF051CB3F23}" dt="2026-09-06T13:04:43.730" v="4" actId="14100"/>
          <ac:spMkLst>
            <pc:docMk/>
            <pc:sldMk cId="1701276206" sldId="274"/>
            <ac:spMk id="6" creationId="{0BCB7B48-4B54-1AA9-C2C4-414E23B31185}"/>
          </ac:spMkLst>
        </pc:spChg>
      </pc:sldChg>
      <pc:sldChg chg="modSp mod">
        <pc:chgData name="Sangeetha D" userId="c9208f0f95f7bab1" providerId="LiveId" clId="{6231393A-B5CF-4AD8-AA50-1AF051CB3F23}" dt="2026-09-06T13:05:35.866" v="6" actId="2710"/>
        <pc:sldMkLst>
          <pc:docMk/>
          <pc:sldMk cId="3412214009" sldId="275"/>
        </pc:sldMkLst>
        <pc:spChg chg="mod">
          <ac:chgData name="Sangeetha D" userId="c9208f0f95f7bab1" providerId="LiveId" clId="{6231393A-B5CF-4AD8-AA50-1AF051CB3F23}" dt="2026-09-06T13:05:35.866" v="6" actId="2710"/>
          <ac:spMkLst>
            <pc:docMk/>
            <pc:sldMk cId="3412214009" sldId="275"/>
            <ac:spMk id="2" creationId="{84B01320-DC36-76C7-1B69-C440727F5307}"/>
          </ac:spMkLst>
        </pc:spChg>
      </pc:sldChg>
      <pc:sldChg chg="addSp delSp modSp mod">
        <pc:chgData name="Sangeetha D" userId="c9208f0f95f7bab1" providerId="LiveId" clId="{6231393A-B5CF-4AD8-AA50-1AF051CB3F23}" dt="2026-09-06T13:12:33.290" v="89" actId="207"/>
        <pc:sldMkLst>
          <pc:docMk/>
          <pc:sldMk cId="2759135477" sldId="276"/>
        </pc:sldMkLst>
        <pc:graphicFrameChg chg="add del">
          <ac:chgData name="Sangeetha D" userId="c9208f0f95f7bab1" providerId="LiveId" clId="{6231393A-B5CF-4AD8-AA50-1AF051CB3F23}" dt="2026-09-06T13:06:56.516" v="9" actId="478"/>
          <ac:graphicFrameMkLst>
            <pc:docMk/>
            <pc:sldMk cId="2759135477" sldId="276"/>
            <ac:graphicFrameMk id="2" creationId="{2815CEDE-A029-01B9-DD19-59443AC7DC97}"/>
          </ac:graphicFrameMkLst>
        </pc:graphicFrameChg>
        <pc:graphicFrameChg chg="add del mod modGraphic">
          <ac:chgData name="Sangeetha D" userId="c9208f0f95f7bab1" providerId="LiveId" clId="{6231393A-B5CF-4AD8-AA50-1AF051CB3F23}" dt="2026-09-06T13:08:26.756" v="40" actId="478"/>
          <ac:graphicFrameMkLst>
            <pc:docMk/>
            <pc:sldMk cId="2759135477" sldId="276"/>
            <ac:graphicFrameMk id="3" creationId="{DEBD68E2-DEA6-41D3-5B24-E75D047528A7}"/>
          </ac:graphicFrameMkLst>
        </pc:graphicFrameChg>
        <pc:graphicFrameChg chg="add mod modGraphic">
          <ac:chgData name="Sangeetha D" userId="c9208f0f95f7bab1" providerId="LiveId" clId="{6231393A-B5CF-4AD8-AA50-1AF051CB3F23}" dt="2026-09-06T13:12:33.290" v="89" actId="207"/>
          <ac:graphicFrameMkLst>
            <pc:docMk/>
            <pc:sldMk cId="2759135477" sldId="276"/>
            <ac:graphicFrameMk id="5" creationId="{7163E6F2-01D2-BAA6-0072-F25D3D18DD14}"/>
          </ac:graphicFrameMkLst>
        </pc:graphicFrameChg>
        <pc:graphicFrameChg chg="del">
          <ac:chgData name="Sangeetha D" userId="c9208f0f95f7bab1" providerId="LiveId" clId="{6231393A-B5CF-4AD8-AA50-1AF051CB3F23}" dt="2026-09-06T13:06:37.745" v="7" actId="478"/>
          <ac:graphicFrameMkLst>
            <pc:docMk/>
            <pc:sldMk cId="2759135477" sldId="276"/>
            <ac:graphicFrameMk id="8" creationId="{0230A94E-AFDC-902C-E047-8DD9DAFF2D51}"/>
          </ac:graphicFrameMkLst>
        </pc:graphicFrameChg>
      </pc:sldChg>
      <pc:sldChg chg="modSp mod">
        <pc:chgData name="Sangeetha D" userId="c9208f0f95f7bab1" providerId="LiveId" clId="{6231393A-B5CF-4AD8-AA50-1AF051CB3F23}" dt="2026-09-06T13:17:25.761" v="116" actId="113"/>
        <pc:sldMkLst>
          <pc:docMk/>
          <pc:sldMk cId="1450126594" sldId="277"/>
        </pc:sldMkLst>
        <pc:graphicFrameChg chg="mod modGraphic">
          <ac:chgData name="Sangeetha D" userId="c9208f0f95f7bab1" providerId="LiveId" clId="{6231393A-B5CF-4AD8-AA50-1AF051CB3F23}" dt="2026-09-06T13:17:25.761" v="116" actId="113"/>
          <ac:graphicFrameMkLst>
            <pc:docMk/>
            <pc:sldMk cId="1450126594" sldId="277"/>
            <ac:graphicFrameMk id="4" creationId="{CC9234A0-0EC3-06E2-733E-C53DDC38AF96}"/>
          </ac:graphicFrameMkLst>
        </pc:graphicFrameChg>
      </pc:sldChg>
      <pc:sldChg chg="addSp delSp modSp mod">
        <pc:chgData name="Sangeetha D" userId="c9208f0f95f7bab1" providerId="LiveId" clId="{6231393A-B5CF-4AD8-AA50-1AF051CB3F23}" dt="2026-09-06T13:23:26.671" v="168" actId="207"/>
        <pc:sldMkLst>
          <pc:docMk/>
          <pc:sldMk cId="767231836" sldId="278"/>
        </pc:sldMkLst>
        <pc:spChg chg="add del mod">
          <ac:chgData name="Sangeetha D" userId="c9208f0f95f7bab1" providerId="LiveId" clId="{6231393A-B5CF-4AD8-AA50-1AF051CB3F23}" dt="2026-09-06T13:18:55.672" v="118" actId="3680"/>
          <ac:spMkLst>
            <pc:docMk/>
            <pc:sldMk cId="767231836" sldId="278"/>
            <ac:spMk id="3" creationId="{7CB5EFAB-4DD4-4951-08E7-C3C2BB26AB98}"/>
          </ac:spMkLst>
        </pc:spChg>
        <pc:spChg chg="add del mod">
          <ac:chgData name="Sangeetha D" userId="c9208f0f95f7bab1" providerId="LiveId" clId="{6231393A-B5CF-4AD8-AA50-1AF051CB3F23}" dt="2026-09-06T13:19:10.003" v="120" actId="3680"/>
          <ac:spMkLst>
            <pc:docMk/>
            <pc:sldMk cId="767231836" sldId="278"/>
            <ac:spMk id="8" creationId="{678C6F6B-0E9E-1D1E-1E71-ED171D066361}"/>
          </ac:spMkLst>
        </pc:spChg>
        <pc:graphicFrameChg chg="add del mod ord modGraphic">
          <ac:chgData name="Sangeetha D" userId="c9208f0f95f7bab1" providerId="LiveId" clId="{6231393A-B5CF-4AD8-AA50-1AF051CB3F23}" dt="2026-09-06T13:19:03.771" v="119" actId="478"/>
          <ac:graphicFrameMkLst>
            <pc:docMk/>
            <pc:sldMk cId="767231836" sldId="278"/>
            <ac:graphicFrameMk id="5" creationId="{F2967C6B-F010-D763-967E-56B46D7023A3}"/>
          </ac:graphicFrameMkLst>
        </pc:graphicFrameChg>
        <pc:graphicFrameChg chg="add mod ord modGraphic">
          <ac:chgData name="Sangeetha D" userId="c9208f0f95f7bab1" providerId="LiveId" clId="{6231393A-B5CF-4AD8-AA50-1AF051CB3F23}" dt="2026-09-06T13:23:26.671" v="168" actId="207"/>
          <ac:graphicFrameMkLst>
            <pc:docMk/>
            <pc:sldMk cId="767231836" sldId="278"/>
            <ac:graphicFrameMk id="9" creationId="{1E810977-ED7D-76BF-0E6F-97C2809FA2A8}"/>
          </ac:graphicFrameMkLst>
        </pc:graphicFrameChg>
        <pc:graphicFrameChg chg="del">
          <ac:chgData name="Sangeetha D" userId="c9208f0f95f7bab1" providerId="LiveId" clId="{6231393A-B5CF-4AD8-AA50-1AF051CB3F23}" dt="2026-09-06T13:18:47.192" v="117" actId="478"/>
          <ac:graphicFrameMkLst>
            <pc:docMk/>
            <pc:sldMk cId="767231836" sldId="278"/>
            <ac:graphicFrameMk id="13" creationId="{4E94C951-3DD2-8D2D-15EB-5D0B232CA60E}"/>
          </ac:graphicFrameMkLst>
        </pc:graphicFrameChg>
      </pc:sldChg>
      <pc:sldChg chg="modSp">
        <pc:chgData name="Sangeetha D" userId="c9208f0f95f7bab1" providerId="LiveId" clId="{6231393A-B5CF-4AD8-AA50-1AF051CB3F23}" dt="2026-09-06T13:24:59.065" v="170" actId="1076"/>
        <pc:sldMkLst>
          <pc:docMk/>
          <pc:sldMk cId="619635169" sldId="279"/>
        </pc:sldMkLst>
        <pc:spChg chg="mod">
          <ac:chgData name="Sangeetha D" userId="c9208f0f95f7bab1" providerId="LiveId" clId="{6231393A-B5CF-4AD8-AA50-1AF051CB3F23}" dt="2026-09-06T13:24:59.065" v="170" actId="1076"/>
          <ac:spMkLst>
            <pc:docMk/>
            <pc:sldMk cId="619635169" sldId="279"/>
            <ac:spMk id="2" creationId="{60B97FB3-8490-1F45-E4D1-74AF76C62C10}"/>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0_1#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8D16721-3E06-4869-907D-120E36ADB4FF}" type="doc">
      <dgm:prSet loTypeId="urn:microsoft.com/office/officeart/2005/8/layout/bProcess4" loCatId="process" qsTypeId="urn:microsoft.com/office/officeart/2005/8/quickstyle/simple1#1" qsCatId="simple" csTypeId="urn:microsoft.com/office/officeart/2005/8/colors/accent0_1#1" csCatId="mainScheme" phldr="1"/>
      <dgm:spPr/>
      <dgm:t>
        <a:bodyPr/>
        <a:lstStyle/>
        <a:p>
          <a:endParaRPr lang="en-IN"/>
        </a:p>
      </dgm:t>
    </dgm:pt>
    <dgm:pt modelId="{533AAB50-F3FC-498E-944B-74D7F9F11BFC}">
      <dgm:prSet phldrT="[Text]"/>
      <dgm:spPr>
        <a:solidFill>
          <a:srgbClr val="0070C0"/>
        </a:solidFill>
      </dgm:spPr>
      <dgm:t>
        <a:bodyPr/>
        <a:lstStyle/>
        <a:p>
          <a:pPr>
            <a:buNone/>
          </a:pPr>
          <a:r>
            <a:rPr lang="en-IN" b="1" dirty="0">
              <a:solidFill>
                <a:schemeClr val="tx1">
                  <a:lumMod val="50000"/>
                </a:schemeClr>
              </a:solidFill>
            </a:rPr>
            <a:t>USER</a:t>
          </a:r>
        </a:p>
      </dgm:t>
    </dgm:pt>
    <dgm:pt modelId="{6F476713-D721-4B74-811B-BAA241E64414}" type="parTrans" cxnId="{306D12BC-0958-45AD-83A5-F748B6225F8C}">
      <dgm:prSet/>
      <dgm:spPr/>
      <dgm:t>
        <a:bodyPr/>
        <a:lstStyle/>
        <a:p>
          <a:endParaRPr lang="en-IN"/>
        </a:p>
      </dgm:t>
    </dgm:pt>
    <dgm:pt modelId="{E019C401-F492-43CB-B300-0C528EF1A7CE}" type="sibTrans" cxnId="{306D12BC-0958-45AD-83A5-F748B6225F8C}">
      <dgm:prSet/>
      <dgm:spPr/>
      <dgm:t>
        <a:bodyPr/>
        <a:lstStyle/>
        <a:p>
          <a:endParaRPr lang="en-IN"/>
        </a:p>
      </dgm:t>
    </dgm:pt>
    <dgm:pt modelId="{CA939339-B014-4676-9562-6F3AB2EED4A5}">
      <dgm:prSet phldrT="[Text]"/>
      <dgm:spPr>
        <a:solidFill>
          <a:srgbClr val="0070C0"/>
        </a:solidFill>
      </dgm:spPr>
      <dgm:t>
        <a:bodyPr/>
        <a:lstStyle/>
        <a:p>
          <a:pPr>
            <a:buNone/>
          </a:pPr>
          <a:r>
            <a:rPr lang="en-IN" b="1" dirty="0">
              <a:solidFill>
                <a:schemeClr val="tx1">
                  <a:lumMod val="50000"/>
                </a:schemeClr>
              </a:solidFill>
            </a:rPr>
            <a:t>LOGIN / FIREBASE AUTHENTICATION</a:t>
          </a:r>
        </a:p>
      </dgm:t>
    </dgm:pt>
    <dgm:pt modelId="{5CC6FC98-4E2C-49F5-BE2F-5EB784C08AC5}" type="parTrans" cxnId="{590CF73F-A087-409C-A966-C6C8465E91B1}">
      <dgm:prSet/>
      <dgm:spPr/>
      <dgm:t>
        <a:bodyPr/>
        <a:lstStyle/>
        <a:p>
          <a:endParaRPr lang="en-IN"/>
        </a:p>
      </dgm:t>
    </dgm:pt>
    <dgm:pt modelId="{9933B83B-1016-4795-8793-D44B89FC4081}" type="sibTrans" cxnId="{590CF73F-A087-409C-A966-C6C8465E91B1}">
      <dgm:prSet/>
      <dgm:spPr/>
      <dgm:t>
        <a:bodyPr/>
        <a:lstStyle/>
        <a:p>
          <a:endParaRPr lang="en-IN"/>
        </a:p>
      </dgm:t>
    </dgm:pt>
    <dgm:pt modelId="{982262C1-DDBD-42F2-9C52-56E3BA5CF4DE}">
      <dgm:prSet phldrT="[Text]"/>
      <dgm:spPr>
        <a:solidFill>
          <a:srgbClr val="0070C0"/>
        </a:solidFill>
      </dgm:spPr>
      <dgm:t>
        <a:bodyPr/>
        <a:lstStyle/>
        <a:p>
          <a:pPr>
            <a:buNone/>
          </a:pPr>
          <a:r>
            <a:rPr lang="en-IN" b="1" dirty="0">
              <a:solidFill>
                <a:schemeClr val="tx1">
                  <a:lumMod val="50000"/>
                </a:schemeClr>
              </a:solidFill>
            </a:rPr>
            <a:t>HEALTHAI APPLICATION</a:t>
          </a:r>
        </a:p>
      </dgm:t>
    </dgm:pt>
    <dgm:pt modelId="{CEF31540-C549-49AE-8985-188E524B9C82}" type="parTrans" cxnId="{4AC91EEC-F6D8-4616-98DA-3963C997EE91}">
      <dgm:prSet/>
      <dgm:spPr/>
      <dgm:t>
        <a:bodyPr/>
        <a:lstStyle/>
        <a:p>
          <a:endParaRPr lang="en-IN"/>
        </a:p>
      </dgm:t>
    </dgm:pt>
    <dgm:pt modelId="{4F5B509B-3A55-48E1-850C-71DE519739EB}" type="sibTrans" cxnId="{4AC91EEC-F6D8-4616-98DA-3963C997EE91}">
      <dgm:prSet/>
      <dgm:spPr/>
      <dgm:t>
        <a:bodyPr/>
        <a:lstStyle/>
        <a:p>
          <a:endParaRPr lang="en-IN"/>
        </a:p>
      </dgm:t>
    </dgm:pt>
    <dgm:pt modelId="{190CB81D-3B70-4999-8952-19B038AD2753}">
      <dgm:prSet phldrT="[Text]"/>
      <dgm:spPr>
        <a:solidFill>
          <a:srgbClr val="0070C0"/>
        </a:solidFill>
      </dgm:spPr>
      <dgm:t>
        <a:bodyPr/>
        <a:lstStyle/>
        <a:p>
          <a:pPr>
            <a:buNone/>
          </a:pPr>
          <a:r>
            <a:rPr lang="en-IN" b="1" dirty="0">
              <a:solidFill>
                <a:schemeClr val="tx1">
                  <a:lumMod val="50000"/>
                </a:schemeClr>
              </a:solidFill>
            </a:rPr>
            <a:t>OCR TEXT EXTRACTION</a:t>
          </a:r>
        </a:p>
      </dgm:t>
    </dgm:pt>
    <dgm:pt modelId="{45228989-0249-48CD-A979-22CBBAEA6BA7}" type="parTrans" cxnId="{B17200AB-660D-4336-A583-FCBCC21F60DC}">
      <dgm:prSet/>
      <dgm:spPr/>
      <dgm:t>
        <a:bodyPr/>
        <a:lstStyle/>
        <a:p>
          <a:endParaRPr lang="en-IN"/>
        </a:p>
      </dgm:t>
    </dgm:pt>
    <dgm:pt modelId="{E3464CB8-273A-4B05-B151-A9B576B0E8FA}" type="sibTrans" cxnId="{B17200AB-660D-4336-A583-FCBCC21F60DC}">
      <dgm:prSet/>
      <dgm:spPr/>
      <dgm:t>
        <a:bodyPr/>
        <a:lstStyle/>
        <a:p>
          <a:endParaRPr lang="en-IN"/>
        </a:p>
      </dgm:t>
    </dgm:pt>
    <dgm:pt modelId="{F10230B5-F5BD-4D38-9889-3790CCBFC2CF}">
      <dgm:prSet phldrT="[Text]"/>
      <dgm:spPr>
        <a:solidFill>
          <a:srgbClr val="0070C0"/>
        </a:solidFill>
      </dgm:spPr>
      <dgm:t>
        <a:bodyPr/>
        <a:lstStyle/>
        <a:p>
          <a:pPr>
            <a:buNone/>
          </a:pPr>
          <a:r>
            <a:rPr lang="en-IN" b="1" dirty="0">
              <a:solidFill>
                <a:schemeClr val="tx1">
                  <a:lumMod val="50000"/>
                </a:schemeClr>
              </a:solidFill>
            </a:rPr>
            <a:t>Transimpedance Amplifier</a:t>
          </a:r>
        </a:p>
      </dgm:t>
    </dgm:pt>
    <dgm:pt modelId="{F2A88A9D-1582-437A-94FB-97960743D333}" type="parTrans" cxnId="{56C4C02A-2E09-4A86-A2EE-E073EBA7BDE5}">
      <dgm:prSet/>
      <dgm:spPr/>
      <dgm:t>
        <a:bodyPr/>
        <a:lstStyle/>
        <a:p>
          <a:endParaRPr lang="en-IN"/>
        </a:p>
      </dgm:t>
    </dgm:pt>
    <dgm:pt modelId="{40D45EEE-1AD5-4C21-8CE9-E56F3A11752D}" type="sibTrans" cxnId="{56C4C02A-2E09-4A86-A2EE-E073EBA7BDE5}">
      <dgm:prSet/>
      <dgm:spPr/>
      <dgm:t>
        <a:bodyPr/>
        <a:lstStyle/>
        <a:p>
          <a:endParaRPr lang="en-IN"/>
        </a:p>
      </dgm:t>
    </dgm:pt>
    <dgm:pt modelId="{2BBFB561-6628-4990-A7B2-B6BF6A6E51A6}">
      <dgm:prSet phldrT="[Text]"/>
      <dgm:spPr>
        <a:solidFill>
          <a:srgbClr val="0070C0"/>
        </a:solidFill>
      </dgm:spPr>
      <dgm:t>
        <a:bodyPr/>
        <a:lstStyle/>
        <a:p>
          <a:pPr>
            <a:buNone/>
          </a:pPr>
          <a:r>
            <a:rPr lang="en-IN" b="1" dirty="0">
              <a:solidFill>
                <a:schemeClr val="tx1">
                  <a:lumMod val="50000"/>
                </a:schemeClr>
              </a:solidFill>
            </a:rPr>
            <a:t>REPORT / IMAGE UPLOAD</a:t>
          </a:r>
        </a:p>
      </dgm:t>
    </dgm:pt>
    <dgm:pt modelId="{1F8A01FD-6ADB-4067-9AAF-3F86EA3FAB0A}" type="parTrans" cxnId="{EF366700-0547-4745-98B0-37485880663C}">
      <dgm:prSet/>
      <dgm:spPr/>
      <dgm:t>
        <a:bodyPr/>
        <a:lstStyle/>
        <a:p>
          <a:endParaRPr lang="en-IN"/>
        </a:p>
      </dgm:t>
    </dgm:pt>
    <dgm:pt modelId="{EAB0DD54-485F-4C21-B9D5-9C93CBCFCDDA}" type="sibTrans" cxnId="{EF366700-0547-4745-98B0-37485880663C}">
      <dgm:prSet/>
      <dgm:spPr/>
      <dgm:t>
        <a:bodyPr/>
        <a:lstStyle/>
        <a:p>
          <a:endParaRPr lang="en-IN"/>
        </a:p>
      </dgm:t>
    </dgm:pt>
    <dgm:pt modelId="{2CAEC0B5-DEFD-4A90-9032-5753E78DFBDF}">
      <dgm:prSet phldrT="[Text]"/>
      <dgm:spPr>
        <a:solidFill>
          <a:srgbClr val="0070C0"/>
        </a:solidFill>
      </dgm:spPr>
      <dgm:t>
        <a:bodyPr/>
        <a:lstStyle/>
        <a:p>
          <a:pPr>
            <a:buNone/>
          </a:pPr>
          <a:r>
            <a:rPr lang="en-IN" b="1" dirty="0">
              <a:solidFill>
                <a:schemeClr val="tx1">
                  <a:lumMod val="50000"/>
                </a:schemeClr>
              </a:solidFill>
            </a:rPr>
            <a:t>AI PROCESSING</a:t>
          </a:r>
        </a:p>
      </dgm:t>
    </dgm:pt>
    <dgm:pt modelId="{8182B649-EF9A-426A-A782-5508FD724BE3}" type="parTrans" cxnId="{C2D6C683-6B5E-4BB7-BA63-5E969E3E4663}">
      <dgm:prSet/>
      <dgm:spPr/>
      <dgm:t>
        <a:bodyPr/>
        <a:lstStyle/>
        <a:p>
          <a:endParaRPr lang="en-IN"/>
        </a:p>
      </dgm:t>
    </dgm:pt>
    <dgm:pt modelId="{A88BB4B3-2F34-4B10-8C0A-6C4BC53558EC}" type="sibTrans" cxnId="{C2D6C683-6B5E-4BB7-BA63-5E969E3E4663}">
      <dgm:prSet/>
      <dgm:spPr/>
      <dgm:t>
        <a:bodyPr/>
        <a:lstStyle/>
        <a:p>
          <a:endParaRPr lang="en-IN"/>
        </a:p>
      </dgm:t>
    </dgm:pt>
    <dgm:pt modelId="{A7A83B8E-1981-49D5-AD62-04F14587C569}">
      <dgm:prSet phldrT="[Text]"/>
      <dgm:spPr>
        <a:solidFill>
          <a:srgbClr val="0070C0"/>
        </a:solidFill>
      </dgm:spPr>
      <dgm:t>
        <a:bodyPr/>
        <a:lstStyle/>
        <a:p>
          <a:pPr>
            <a:buNone/>
          </a:pPr>
          <a:r>
            <a:rPr lang="en-IN" b="1" dirty="0">
              <a:solidFill>
                <a:schemeClr val="tx1">
                  <a:lumMod val="50000"/>
                </a:schemeClr>
              </a:solidFill>
            </a:rPr>
            <a:t>Medical Report Analysis / Image Observation / Chatbot</a:t>
          </a:r>
        </a:p>
      </dgm:t>
    </dgm:pt>
    <dgm:pt modelId="{6828410E-1D61-457F-9A4F-BF1E616399A1}" type="parTrans" cxnId="{69A9BE8A-6861-4497-99D5-911F6EDF7143}">
      <dgm:prSet/>
      <dgm:spPr/>
      <dgm:t>
        <a:bodyPr/>
        <a:lstStyle/>
        <a:p>
          <a:endParaRPr lang="en-IN"/>
        </a:p>
      </dgm:t>
    </dgm:pt>
    <dgm:pt modelId="{89102A07-5B37-4A4F-AF70-321534A01EF0}" type="sibTrans" cxnId="{69A9BE8A-6861-4497-99D5-911F6EDF7143}">
      <dgm:prSet/>
      <dgm:spPr/>
      <dgm:t>
        <a:bodyPr/>
        <a:lstStyle/>
        <a:p>
          <a:endParaRPr lang="en-IN"/>
        </a:p>
      </dgm:t>
    </dgm:pt>
    <dgm:pt modelId="{9D2B3FAB-7BED-4346-B0A7-198054F25E5E}">
      <dgm:prSet phldrT="[Text]"/>
      <dgm:spPr>
        <a:solidFill>
          <a:srgbClr val="0070C0"/>
        </a:solidFill>
      </dgm:spPr>
      <dgm:t>
        <a:bodyPr/>
        <a:lstStyle/>
        <a:p>
          <a:pPr>
            <a:buNone/>
          </a:pPr>
          <a:r>
            <a:rPr lang="en-IN" b="1" dirty="0">
              <a:solidFill>
                <a:schemeClr val="tx1">
                  <a:lumMod val="50000"/>
                </a:schemeClr>
              </a:solidFill>
            </a:rPr>
            <a:t>STRUCTURED RESULT</a:t>
          </a:r>
        </a:p>
      </dgm:t>
    </dgm:pt>
    <dgm:pt modelId="{CA3EF243-B1B4-42BB-895A-EFCA7D26B0F3}" type="parTrans" cxnId="{D0EB25F2-776B-4E0B-8D21-A9D0640B8AC3}">
      <dgm:prSet/>
      <dgm:spPr/>
      <dgm:t>
        <a:bodyPr/>
        <a:lstStyle/>
        <a:p>
          <a:endParaRPr lang="en-IN"/>
        </a:p>
      </dgm:t>
    </dgm:pt>
    <dgm:pt modelId="{D1909E49-A1A7-46BD-9285-DEFE1577CF59}" type="sibTrans" cxnId="{D0EB25F2-776B-4E0B-8D21-A9D0640B8AC3}">
      <dgm:prSet/>
      <dgm:spPr/>
      <dgm:t>
        <a:bodyPr/>
        <a:lstStyle/>
        <a:p>
          <a:endParaRPr lang="en-IN"/>
        </a:p>
      </dgm:t>
    </dgm:pt>
    <dgm:pt modelId="{32375C95-549F-4B09-B1A9-E683F634B6B6}" type="pres">
      <dgm:prSet presAssocID="{68D16721-3E06-4869-907D-120E36ADB4FF}" presName="Name0" presStyleCnt="0">
        <dgm:presLayoutVars>
          <dgm:dir/>
          <dgm:resizeHandles/>
        </dgm:presLayoutVars>
      </dgm:prSet>
      <dgm:spPr/>
    </dgm:pt>
    <dgm:pt modelId="{348CEDE1-A96C-4C62-AE8F-E4142E24837D}" type="pres">
      <dgm:prSet presAssocID="{533AAB50-F3FC-498E-944B-74D7F9F11BFC}" presName="compNode" presStyleCnt="0"/>
      <dgm:spPr/>
    </dgm:pt>
    <dgm:pt modelId="{93D146DB-4D98-47B9-9FF0-5F103E8E6917}" type="pres">
      <dgm:prSet presAssocID="{533AAB50-F3FC-498E-944B-74D7F9F11BFC}" presName="dummyConnPt" presStyleCnt="0"/>
      <dgm:spPr/>
    </dgm:pt>
    <dgm:pt modelId="{DB072CAF-81CD-4D38-A2A0-1F01BE4C5A6D}" type="pres">
      <dgm:prSet presAssocID="{533AAB50-F3FC-498E-944B-74D7F9F11BFC}" presName="node" presStyleLbl="node1" presStyleIdx="0" presStyleCnt="9">
        <dgm:presLayoutVars>
          <dgm:bulletEnabled val="1"/>
        </dgm:presLayoutVars>
      </dgm:prSet>
      <dgm:spPr/>
    </dgm:pt>
    <dgm:pt modelId="{093909E2-9A63-4F58-BDE2-12734CCC9234}" type="pres">
      <dgm:prSet presAssocID="{E019C401-F492-43CB-B300-0C528EF1A7CE}" presName="sibTrans" presStyleLbl="bgSibTrans2D1" presStyleIdx="0" presStyleCnt="8"/>
      <dgm:spPr/>
    </dgm:pt>
    <dgm:pt modelId="{D219EC94-AC2E-40BE-998A-152E4D70D0FA}" type="pres">
      <dgm:prSet presAssocID="{CA939339-B014-4676-9562-6F3AB2EED4A5}" presName="compNode" presStyleCnt="0"/>
      <dgm:spPr/>
    </dgm:pt>
    <dgm:pt modelId="{DD079776-978F-4BDA-8C67-EA25BB34B176}" type="pres">
      <dgm:prSet presAssocID="{CA939339-B014-4676-9562-6F3AB2EED4A5}" presName="dummyConnPt" presStyleCnt="0"/>
      <dgm:spPr/>
    </dgm:pt>
    <dgm:pt modelId="{A0B0F28F-7F9F-498F-9D62-AB84455D761E}" type="pres">
      <dgm:prSet presAssocID="{CA939339-B014-4676-9562-6F3AB2EED4A5}" presName="node" presStyleLbl="node1" presStyleIdx="1" presStyleCnt="9">
        <dgm:presLayoutVars>
          <dgm:bulletEnabled val="1"/>
        </dgm:presLayoutVars>
      </dgm:prSet>
      <dgm:spPr/>
    </dgm:pt>
    <dgm:pt modelId="{6FD1538D-9487-48D1-8DEB-C16AA9D3CF63}" type="pres">
      <dgm:prSet presAssocID="{9933B83B-1016-4795-8793-D44B89FC4081}" presName="sibTrans" presStyleLbl="bgSibTrans2D1" presStyleIdx="1" presStyleCnt="8"/>
      <dgm:spPr/>
    </dgm:pt>
    <dgm:pt modelId="{15BC898B-F040-4C87-BE9A-EECF298F2358}" type="pres">
      <dgm:prSet presAssocID="{982262C1-DDBD-42F2-9C52-56E3BA5CF4DE}" presName="compNode" presStyleCnt="0"/>
      <dgm:spPr/>
    </dgm:pt>
    <dgm:pt modelId="{A7D23DE9-AA16-4CAC-8444-2DF2A3C78A00}" type="pres">
      <dgm:prSet presAssocID="{982262C1-DDBD-42F2-9C52-56E3BA5CF4DE}" presName="dummyConnPt" presStyleCnt="0"/>
      <dgm:spPr/>
    </dgm:pt>
    <dgm:pt modelId="{97FDCBEA-8B4B-4649-B607-3A9D59A642A0}" type="pres">
      <dgm:prSet presAssocID="{982262C1-DDBD-42F2-9C52-56E3BA5CF4DE}" presName="node" presStyleLbl="node1" presStyleIdx="2" presStyleCnt="9">
        <dgm:presLayoutVars>
          <dgm:bulletEnabled val="1"/>
        </dgm:presLayoutVars>
      </dgm:prSet>
      <dgm:spPr/>
    </dgm:pt>
    <dgm:pt modelId="{B49F27D7-ECB8-44DC-848D-C203FE53875F}" type="pres">
      <dgm:prSet presAssocID="{4F5B509B-3A55-48E1-850C-71DE519739EB}" presName="sibTrans" presStyleLbl="bgSibTrans2D1" presStyleIdx="2" presStyleCnt="8"/>
      <dgm:spPr/>
    </dgm:pt>
    <dgm:pt modelId="{756B71A8-2F5A-4BF2-B8F2-E18153370E1B}" type="pres">
      <dgm:prSet presAssocID="{190CB81D-3B70-4999-8952-19B038AD2753}" presName="compNode" presStyleCnt="0"/>
      <dgm:spPr/>
    </dgm:pt>
    <dgm:pt modelId="{E5F662CF-2B85-45BE-A20B-03D87FD6B25F}" type="pres">
      <dgm:prSet presAssocID="{190CB81D-3B70-4999-8952-19B038AD2753}" presName="dummyConnPt" presStyleCnt="0"/>
      <dgm:spPr/>
    </dgm:pt>
    <dgm:pt modelId="{346B2516-960A-4D4B-A673-C15BB865D06D}" type="pres">
      <dgm:prSet presAssocID="{190CB81D-3B70-4999-8952-19B038AD2753}" presName="node" presStyleLbl="node1" presStyleIdx="3" presStyleCnt="9">
        <dgm:presLayoutVars>
          <dgm:bulletEnabled val="1"/>
        </dgm:presLayoutVars>
      </dgm:prSet>
      <dgm:spPr/>
    </dgm:pt>
    <dgm:pt modelId="{46035CFC-A321-4AE8-9B6C-832C4116BF3A}" type="pres">
      <dgm:prSet presAssocID="{E3464CB8-273A-4B05-B151-A9B576B0E8FA}" presName="sibTrans" presStyleLbl="bgSibTrans2D1" presStyleIdx="3" presStyleCnt="8"/>
      <dgm:spPr/>
    </dgm:pt>
    <dgm:pt modelId="{42E48510-A14C-4A25-B77F-7C1AD50360BE}" type="pres">
      <dgm:prSet presAssocID="{F10230B5-F5BD-4D38-9889-3790CCBFC2CF}" presName="compNode" presStyleCnt="0"/>
      <dgm:spPr/>
    </dgm:pt>
    <dgm:pt modelId="{7DABA0CA-C700-4408-AAF2-EEA8C8B57A24}" type="pres">
      <dgm:prSet presAssocID="{F10230B5-F5BD-4D38-9889-3790CCBFC2CF}" presName="dummyConnPt" presStyleCnt="0"/>
      <dgm:spPr/>
    </dgm:pt>
    <dgm:pt modelId="{2DB08C0B-AA55-4011-96B3-3C14DD0E9D5A}" type="pres">
      <dgm:prSet presAssocID="{F10230B5-F5BD-4D38-9889-3790CCBFC2CF}" presName="node" presStyleLbl="node1" presStyleIdx="4" presStyleCnt="9" custLinFactNeighborX="-569" custLinFactNeighborY="-3794">
        <dgm:presLayoutVars>
          <dgm:bulletEnabled val="1"/>
        </dgm:presLayoutVars>
      </dgm:prSet>
      <dgm:spPr/>
    </dgm:pt>
    <dgm:pt modelId="{9BA243AE-19D8-4202-A50F-CDA53E5A420E}" type="pres">
      <dgm:prSet presAssocID="{40D45EEE-1AD5-4C21-8CE9-E56F3A11752D}" presName="sibTrans" presStyleLbl="bgSibTrans2D1" presStyleIdx="4" presStyleCnt="8"/>
      <dgm:spPr/>
    </dgm:pt>
    <dgm:pt modelId="{CA3CFC8C-D796-4347-AE74-78F290D397CB}" type="pres">
      <dgm:prSet presAssocID="{2BBFB561-6628-4990-A7B2-B6BF6A6E51A6}" presName="compNode" presStyleCnt="0"/>
      <dgm:spPr/>
    </dgm:pt>
    <dgm:pt modelId="{995F95F9-849E-4AFE-92C4-34DC9CF547EB}" type="pres">
      <dgm:prSet presAssocID="{2BBFB561-6628-4990-A7B2-B6BF6A6E51A6}" presName="dummyConnPt" presStyleCnt="0"/>
      <dgm:spPr/>
    </dgm:pt>
    <dgm:pt modelId="{C80C8036-25F7-4687-A476-4049C509AD21}" type="pres">
      <dgm:prSet presAssocID="{2BBFB561-6628-4990-A7B2-B6BF6A6E51A6}" presName="node" presStyleLbl="node1" presStyleIdx="5" presStyleCnt="9" custLinFactNeighborX="2276" custLinFactNeighborY="-272">
        <dgm:presLayoutVars>
          <dgm:bulletEnabled val="1"/>
        </dgm:presLayoutVars>
      </dgm:prSet>
      <dgm:spPr/>
    </dgm:pt>
    <dgm:pt modelId="{5617EE16-4D9E-426D-9422-93BDF59401BE}" type="pres">
      <dgm:prSet presAssocID="{EAB0DD54-485F-4C21-B9D5-9C93CBCFCDDA}" presName="sibTrans" presStyleLbl="bgSibTrans2D1" presStyleIdx="5" presStyleCnt="8"/>
      <dgm:spPr/>
    </dgm:pt>
    <dgm:pt modelId="{0434B918-F982-4E22-A98B-46F99CEAE969}" type="pres">
      <dgm:prSet presAssocID="{2CAEC0B5-DEFD-4A90-9032-5753E78DFBDF}" presName="compNode" presStyleCnt="0"/>
      <dgm:spPr/>
    </dgm:pt>
    <dgm:pt modelId="{03F93E1F-1D1D-4224-828E-243A3E709428}" type="pres">
      <dgm:prSet presAssocID="{2CAEC0B5-DEFD-4A90-9032-5753E78DFBDF}" presName="dummyConnPt" presStyleCnt="0"/>
      <dgm:spPr/>
    </dgm:pt>
    <dgm:pt modelId="{B7902D4B-7B0E-44BE-8B5E-A61DCFCD54D9}" type="pres">
      <dgm:prSet presAssocID="{2CAEC0B5-DEFD-4A90-9032-5753E78DFBDF}" presName="node" presStyleLbl="node1" presStyleIdx="6" presStyleCnt="9">
        <dgm:presLayoutVars>
          <dgm:bulletEnabled val="1"/>
        </dgm:presLayoutVars>
      </dgm:prSet>
      <dgm:spPr/>
    </dgm:pt>
    <dgm:pt modelId="{1E8C2068-07F0-4732-8A9E-D72EAA6925B0}" type="pres">
      <dgm:prSet presAssocID="{A88BB4B3-2F34-4B10-8C0A-6C4BC53558EC}" presName="sibTrans" presStyleLbl="bgSibTrans2D1" presStyleIdx="6" presStyleCnt="8"/>
      <dgm:spPr/>
    </dgm:pt>
    <dgm:pt modelId="{EF41E273-60AD-493B-A07F-CA88B6FB33D5}" type="pres">
      <dgm:prSet presAssocID="{A7A83B8E-1981-49D5-AD62-04F14587C569}" presName="compNode" presStyleCnt="0"/>
      <dgm:spPr/>
    </dgm:pt>
    <dgm:pt modelId="{63C8AC73-3978-4DC2-B6BF-5B2301C1B8B8}" type="pres">
      <dgm:prSet presAssocID="{A7A83B8E-1981-49D5-AD62-04F14587C569}" presName="dummyConnPt" presStyleCnt="0"/>
      <dgm:spPr/>
    </dgm:pt>
    <dgm:pt modelId="{DF47EEF5-498C-463A-807D-E09AD0D72102}" type="pres">
      <dgm:prSet presAssocID="{A7A83B8E-1981-49D5-AD62-04F14587C569}" presName="node" presStyleLbl="node1" presStyleIdx="7" presStyleCnt="9">
        <dgm:presLayoutVars>
          <dgm:bulletEnabled val="1"/>
        </dgm:presLayoutVars>
      </dgm:prSet>
      <dgm:spPr/>
    </dgm:pt>
    <dgm:pt modelId="{A0C96CA5-D223-4365-A855-37FB7C8C9298}" type="pres">
      <dgm:prSet presAssocID="{89102A07-5B37-4A4F-AF70-321534A01EF0}" presName="sibTrans" presStyleLbl="bgSibTrans2D1" presStyleIdx="7" presStyleCnt="8"/>
      <dgm:spPr/>
    </dgm:pt>
    <dgm:pt modelId="{3FC2BCE1-3EB2-43DA-90D5-FC55E744A065}" type="pres">
      <dgm:prSet presAssocID="{9D2B3FAB-7BED-4346-B0A7-198054F25E5E}" presName="compNode" presStyleCnt="0"/>
      <dgm:spPr/>
    </dgm:pt>
    <dgm:pt modelId="{475190CD-3401-4199-9315-143ECD34E32E}" type="pres">
      <dgm:prSet presAssocID="{9D2B3FAB-7BED-4346-B0A7-198054F25E5E}" presName="dummyConnPt" presStyleCnt="0"/>
      <dgm:spPr/>
    </dgm:pt>
    <dgm:pt modelId="{9E1AC12C-1A88-423E-BC03-1245579E3714}" type="pres">
      <dgm:prSet presAssocID="{9D2B3FAB-7BED-4346-B0A7-198054F25E5E}" presName="node" presStyleLbl="node1" presStyleIdx="8" presStyleCnt="9">
        <dgm:presLayoutVars>
          <dgm:bulletEnabled val="1"/>
        </dgm:presLayoutVars>
      </dgm:prSet>
      <dgm:spPr/>
    </dgm:pt>
  </dgm:ptLst>
  <dgm:cxnLst>
    <dgm:cxn modelId="{EF366700-0547-4745-98B0-37485880663C}" srcId="{68D16721-3E06-4869-907D-120E36ADB4FF}" destId="{2BBFB561-6628-4990-A7B2-B6BF6A6E51A6}" srcOrd="5" destOrd="0" parTransId="{1F8A01FD-6ADB-4067-9AAF-3F86EA3FAB0A}" sibTransId="{EAB0DD54-485F-4C21-B9D5-9C93CBCFCDDA}"/>
    <dgm:cxn modelId="{12339516-9095-4C63-AF9B-7F55DBDD316E}" type="presOf" srcId="{EAB0DD54-485F-4C21-B9D5-9C93CBCFCDDA}" destId="{5617EE16-4D9E-426D-9422-93BDF59401BE}" srcOrd="0" destOrd="0" presId="urn:microsoft.com/office/officeart/2005/8/layout/bProcess4"/>
    <dgm:cxn modelId="{050DCB1A-8014-49D7-85E4-A65942857C9B}" type="presOf" srcId="{4F5B509B-3A55-48E1-850C-71DE519739EB}" destId="{B49F27D7-ECB8-44DC-848D-C203FE53875F}" srcOrd="0" destOrd="0" presId="urn:microsoft.com/office/officeart/2005/8/layout/bProcess4"/>
    <dgm:cxn modelId="{56C4C02A-2E09-4A86-A2EE-E073EBA7BDE5}" srcId="{68D16721-3E06-4869-907D-120E36ADB4FF}" destId="{F10230B5-F5BD-4D38-9889-3790CCBFC2CF}" srcOrd="4" destOrd="0" parTransId="{F2A88A9D-1582-437A-94FB-97960743D333}" sibTransId="{40D45EEE-1AD5-4C21-8CE9-E56F3A11752D}"/>
    <dgm:cxn modelId="{2C81C72B-F545-427B-8BD2-D032569503C5}" type="presOf" srcId="{F10230B5-F5BD-4D38-9889-3790CCBFC2CF}" destId="{2DB08C0B-AA55-4011-96B3-3C14DD0E9D5A}" srcOrd="0" destOrd="0" presId="urn:microsoft.com/office/officeart/2005/8/layout/bProcess4"/>
    <dgm:cxn modelId="{32F54E34-1882-44A0-BB6F-3D8558CCCD57}" type="presOf" srcId="{E3464CB8-273A-4B05-B151-A9B576B0E8FA}" destId="{46035CFC-A321-4AE8-9B6C-832C4116BF3A}" srcOrd="0" destOrd="0" presId="urn:microsoft.com/office/officeart/2005/8/layout/bProcess4"/>
    <dgm:cxn modelId="{590CF73F-A087-409C-A966-C6C8465E91B1}" srcId="{68D16721-3E06-4869-907D-120E36ADB4FF}" destId="{CA939339-B014-4676-9562-6F3AB2EED4A5}" srcOrd="1" destOrd="0" parTransId="{5CC6FC98-4E2C-49F5-BE2F-5EB784C08AC5}" sibTransId="{9933B83B-1016-4795-8793-D44B89FC4081}"/>
    <dgm:cxn modelId="{1E42115E-B0E4-47E3-9120-EBC0741DD703}" type="presOf" srcId="{68D16721-3E06-4869-907D-120E36ADB4FF}" destId="{32375C95-549F-4B09-B1A9-E683F634B6B6}" srcOrd="0" destOrd="0" presId="urn:microsoft.com/office/officeart/2005/8/layout/bProcess4"/>
    <dgm:cxn modelId="{F7F44463-1A1B-41D6-80E3-2B04D9900648}" type="presOf" srcId="{982262C1-DDBD-42F2-9C52-56E3BA5CF4DE}" destId="{97FDCBEA-8B4B-4649-B607-3A9D59A642A0}" srcOrd="0" destOrd="0" presId="urn:microsoft.com/office/officeart/2005/8/layout/bProcess4"/>
    <dgm:cxn modelId="{287B8445-9B39-4A29-9491-8CC0A6E47B8E}" type="presOf" srcId="{89102A07-5B37-4A4F-AF70-321534A01EF0}" destId="{A0C96CA5-D223-4365-A855-37FB7C8C9298}" srcOrd="0" destOrd="0" presId="urn:microsoft.com/office/officeart/2005/8/layout/bProcess4"/>
    <dgm:cxn modelId="{B7A47E4A-1DC8-4E92-9FDB-80BFA4CF327F}" type="presOf" srcId="{9D2B3FAB-7BED-4346-B0A7-198054F25E5E}" destId="{9E1AC12C-1A88-423E-BC03-1245579E3714}" srcOrd="0" destOrd="0" presId="urn:microsoft.com/office/officeart/2005/8/layout/bProcess4"/>
    <dgm:cxn modelId="{F078C276-5926-4397-A3A9-326161AB8709}" type="presOf" srcId="{9933B83B-1016-4795-8793-D44B89FC4081}" destId="{6FD1538D-9487-48D1-8DEB-C16AA9D3CF63}" srcOrd="0" destOrd="0" presId="urn:microsoft.com/office/officeart/2005/8/layout/bProcess4"/>
    <dgm:cxn modelId="{C2D6C683-6B5E-4BB7-BA63-5E969E3E4663}" srcId="{68D16721-3E06-4869-907D-120E36ADB4FF}" destId="{2CAEC0B5-DEFD-4A90-9032-5753E78DFBDF}" srcOrd="6" destOrd="0" parTransId="{8182B649-EF9A-426A-A782-5508FD724BE3}" sibTransId="{A88BB4B3-2F34-4B10-8C0A-6C4BC53558EC}"/>
    <dgm:cxn modelId="{B076D289-4E0C-4319-B2DD-C7F12CD46F44}" type="presOf" srcId="{CA939339-B014-4676-9562-6F3AB2EED4A5}" destId="{A0B0F28F-7F9F-498F-9D62-AB84455D761E}" srcOrd="0" destOrd="0" presId="urn:microsoft.com/office/officeart/2005/8/layout/bProcess4"/>
    <dgm:cxn modelId="{32C5F589-758D-444F-B5DF-40BB28F726C7}" type="presOf" srcId="{40D45EEE-1AD5-4C21-8CE9-E56F3A11752D}" destId="{9BA243AE-19D8-4202-A50F-CDA53E5A420E}" srcOrd="0" destOrd="0" presId="urn:microsoft.com/office/officeart/2005/8/layout/bProcess4"/>
    <dgm:cxn modelId="{69A9BE8A-6861-4497-99D5-911F6EDF7143}" srcId="{68D16721-3E06-4869-907D-120E36ADB4FF}" destId="{A7A83B8E-1981-49D5-AD62-04F14587C569}" srcOrd="7" destOrd="0" parTransId="{6828410E-1D61-457F-9A4F-BF1E616399A1}" sibTransId="{89102A07-5B37-4A4F-AF70-321534A01EF0}"/>
    <dgm:cxn modelId="{ADDD048B-67AA-428D-8D69-352348ADD5D4}" type="presOf" srcId="{A88BB4B3-2F34-4B10-8C0A-6C4BC53558EC}" destId="{1E8C2068-07F0-4732-8A9E-D72EAA6925B0}" srcOrd="0" destOrd="0" presId="urn:microsoft.com/office/officeart/2005/8/layout/bProcess4"/>
    <dgm:cxn modelId="{4BA1A198-6C57-4B83-A71B-1DD49870D9E0}" type="presOf" srcId="{E019C401-F492-43CB-B300-0C528EF1A7CE}" destId="{093909E2-9A63-4F58-BDE2-12734CCC9234}" srcOrd="0" destOrd="0" presId="urn:microsoft.com/office/officeart/2005/8/layout/bProcess4"/>
    <dgm:cxn modelId="{EEFB18A7-5B04-471D-9296-A9F3BE975F43}" type="presOf" srcId="{533AAB50-F3FC-498E-944B-74D7F9F11BFC}" destId="{DB072CAF-81CD-4D38-A2A0-1F01BE4C5A6D}" srcOrd="0" destOrd="0" presId="urn:microsoft.com/office/officeart/2005/8/layout/bProcess4"/>
    <dgm:cxn modelId="{B17200AB-660D-4336-A583-FCBCC21F60DC}" srcId="{68D16721-3E06-4869-907D-120E36ADB4FF}" destId="{190CB81D-3B70-4999-8952-19B038AD2753}" srcOrd="3" destOrd="0" parTransId="{45228989-0249-48CD-A979-22CBBAEA6BA7}" sibTransId="{E3464CB8-273A-4B05-B151-A9B576B0E8FA}"/>
    <dgm:cxn modelId="{306D12BC-0958-45AD-83A5-F748B6225F8C}" srcId="{68D16721-3E06-4869-907D-120E36ADB4FF}" destId="{533AAB50-F3FC-498E-944B-74D7F9F11BFC}" srcOrd="0" destOrd="0" parTransId="{6F476713-D721-4B74-811B-BAA241E64414}" sibTransId="{E019C401-F492-43CB-B300-0C528EF1A7CE}"/>
    <dgm:cxn modelId="{EF5FE5CA-0149-45E7-9234-1832FCFD2C09}" type="presOf" srcId="{2CAEC0B5-DEFD-4A90-9032-5753E78DFBDF}" destId="{B7902D4B-7B0E-44BE-8B5E-A61DCFCD54D9}" srcOrd="0" destOrd="0" presId="urn:microsoft.com/office/officeart/2005/8/layout/bProcess4"/>
    <dgm:cxn modelId="{7EFABFDB-0CF8-4BBC-AD05-90DCADC0E31B}" type="presOf" srcId="{A7A83B8E-1981-49D5-AD62-04F14587C569}" destId="{DF47EEF5-498C-463A-807D-E09AD0D72102}" srcOrd="0" destOrd="0" presId="urn:microsoft.com/office/officeart/2005/8/layout/bProcess4"/>
    <dgm:cxn modelId="{AE85C3E7-B872-42CC-A8FB-A9283834DDA9}" type="presOf" srcId="{2BBFB561-6628-4990-A7B2-B6BF6A6E51A6}" destId="{C80C8036-25F7-4687-A476-4049C509AD21}" srcOrd="0" destOrd="0" presId="urn:microsoft.com/office/officeart/2005/8/layout/bProcess4"/>
    <dgm:cxn modelId="{4AC91EEC-F6D8-4616-98DA-3963C997EE91}" srcId="{68D16721-3E06-4869-907D-120E36ADB4FF}" destId="{982262C1-DDBD-42F2-9C52-56E3BA5CF4DE}" srcOrd="2" destOrd="0" parTransId="{CEF31540-C549-49AE-8985-188E524B9C82}" sibTransId="{4F5B509B-3A55-48E1-850C-71DE519739EB}"/>
    <dgm:cxn modelId="{D0EB25F2-776B-4E0B-8D21-A9D0640B8AC3}" srcId="{68D16721-3E06-4869-907D-120E36ADB4FF}" destId="{9D2B3FAB-7BED-4346-B0A7-198054F25E5E}" srcOrd="8" destOrd="0" parTransId="{CA3EF243-B1B4-42BB-895A-EFCA7D26B0F3}" sibTransId="{D1909E49-A1A7-46BD-9285-DEFE1577CF59}"/>
    <dgm:cxn modelId="{D31FB7F7-A069-45E9-9019-C5CBF81D73E4}" type="presOf" srcId="{190CB81D-3B70-4999-8952-19B038AD2753}" destId="{346B2516-960A-4D4B-A673-C15BB865D06D}" srcOrd="0" destOrd="0" presId="urn:microsoft.com/office/officeart/2005/8/layout/bProcess4"/>
    <dgm:cxn modelId="{6EBCE25A-0E7C-4A6F-8EF7-1F4DC0024577}" type="presParOf" srcId="{32375C95-549F-4B09-B1A9-E683F634B6B6}" destId="{348CEDE1-A96C-4C62-AE8F-E4142E24837D}" srcOrd="0" destOrd="0" presId="urn:microsoft.com/office/officeart/2005/8/layout/bProcess4"/>
    <dgm:cxn modelId="{77578A91-F834-4DF7-B9E8-62A969913A9E}" type="presParOf" srcId="{348CEDE1-A96C-4C62-AE8F-E4142E24837D}" destId="{93D146DB-4D98-47B9-9FF0-5F103E8E6917}" srcOrd="0" destOrd="0" presId="urn:microsoft.com/office/officeart/2005/8/layout/bProcess4"/>
    <dgm:cxn modelId="{1CCD7A65-2718-4153-8AE3-48C1BA7F26E5}" type="presParOf" srcId="{348CEDE1-A96C-4C62-AE8F-E4142E24837D}" destId="{DB072CAF-81CD-4D38-A2A0-1F01BE4C5A6D}" srcOrd="1" destOrd="0" presId="urn:microsoft.com/office/officeart/2005/8/layout/bProcess4"/>
    <dgm:cxn modelId="{945956D2-B821-4BB1-B26B-D952C3541A04}" type="presParOf" srcId="{32375C95-549F-4B09-B1A9-E683F634B6B6}" destId="{093909E2-9A63-4F58-BDE2-12734CCC9234}" srcOrd="1" destOrd="0" presId="urn:microsoft.com/office/officeart/2005/8/layout/bProcess4"/>
    <dgm:cxn modelId="{7E38432E-4689-4CDC-9045-BD65399A4478}" type="presParOf" srcId="{32375C95-549F-4B09-B1A9-E683F634B6B6}" destId="{D219EC94-AC2E-40BE-998A-152E4D70D0FA}" srcOrd="2" destOrd="0" presId="urn:microsoft.com/office/officeart/2005/8/layout/bProcess4"/>
    <dgm:cxn modelId="{FDE12F58-7870-490A-A5A5-DE1408019558}" type="presParOf" srcId="{D219EC94-AC2E-40BE-998A-152E4D70D0FA}" destId="{DD079776-978F-4BDA-8C67-EA25BB34B176}" srcOrd="0" destOrd="0" presId="urn:microsoft.com/office/officeart/2005/8/layout/bProcess4"/>
    <dgm:cxn modelId="{E99BB86D-9826-4E73-AFFD-BDC0D7F9A7EB}" type="presParOf" srcId="{D219EC94-AC2E-40BE-998A-152E4D70D0FA}" destId="{A0B0F28F-7F9F-498F-9D62-AB84455D761E}" srcOrd="1" destOrd="0" presId="urn:microsoft.com/office/officeart/2005/8/layout/bProcess4"/>
    <dgm:cxn modelId="{830A6C67-590B-487F-9E81-3AFCA611F3E6}" type="presParOf" srcId="{32375C95-549F-4B09-B1A9-E683F634B6B6}" destId="{6FD1538D-9487-48D1-8DEB-C16AA9D3CF63}" srcOrd="3" destOrd="0" presId="urn:microsoft.com/office/officeart/2005/8/layout/bProcess4"/>
    <dgm:cxn modelId="{A07E7F77-943F-46D8-ACB2-1A6C1E00DB3B}" type="presParOf" srcId="{32375C95-549F-4B09-B1A9-E683F634B6B6}" destId="{15BC898B-F040-4C87-BE9A-EECF298F2358}" srcOrd="4" destOrd="0" presId="urn:microsoft.com/office/officeart/2005/8/layout/bProcess4"/>
    <dgm:cxn modelId="{5B2B379E-5CD6-4944-BF49-F9BA34DFC874}" type="presParOf" srcId="{15BC898B-F040-4C87-BE9A-EECF298F2358}" destId="{A7D23DE9-AA16-4CAC-8444-2DF2A3C78A00}" srcOrd="0" destOrd="0" presId="urn:microsoft.com/office/officeart/2005/8/layout/bProcess4"/>
    <dgm:cxn modelId="{4F1F86F9-85E7-4582-BD3B-9BFAC0CF6349}" type="presParOf" srcId="{15BC898B-F040-4C87-BE9A-EECF298F2358}" destId="{97FDCBEA-8B4B-4649-B607-3A9D59A642A0}" srcOrd="1" destOrd="0" presId="urn:microsoft.com/office/officeart/2005/8/layout/bProcess4"/>
    <dgm:cxn modelId="{8AECA142-DF69-4CAE-A1FB-31879E81440D}" type="presParOf" srcId="{32375C95-549F-4B09-B1A9-E683F634B6B6}" destId="{B49F27D7-ECB8-44DC-848D-C203FE53875F}" srcOrd="5" destOrd="0" presId="urn:microsoft.com/office/officeart/2005/8/layout/bProcess4"/>
    <dgm:cxn modelId="{4ACB4887-CF99-486A-85CB-918D6965F634}" type="presParOf" srcId="{32375C95-549F-4B09-B1A9-E683F634B6B6}" destId="{756B71A8-2F5A-4BF2-B8F2-E18153370E1B}" srcOrd="6" destOrd="0" presId="urn:microsoft.com/office/officeart/2005/8/layout/bProcess4"/>
    <dgm:cxn modelId="{B56BDC11-43B3-466A-B476-102F827D4BE8}" type="presParOf" srcId="{756B71A8-2F5A-4BF2-B8F2-E18153370E1B}" destId="{E5F662CF-2B85-45BE-A20B-03D87FD6B25F}" srcOrd="0" destOrd="0" presId="urn:microsoft.com/office/officeart/2005/8/layout/bProcess4"/>
    <dgm:cxn modelId="{7B68AED3-7911-4D2A-9450-5606CF12237C}" type="presParOf" srcId="{756B71A8-2F5A-4BF2-B8F2-E18153370E1B}" destId="{346B2516-960A-4D4B-A673-C15BB865D06D}" srcOrd="1" destOrd="0" presId="urn:microsoft.com/office/officeart/2005/8/layout/bProcess4"/>
    <dgm:cxn modelId="{29A7D866-4499-40B9-807C-DAB92F88E793}" type="presParOf" srcId="{32375C95-549F-4B09-B1A9-E683F634B6B6}" destId="{46035CFC-A321-4AE8-9B6C-832C4116BF3A}" srcOrd="7" destOrd="0" presId="urn:microsoft.com/office/officeart/2005/8/layout/bProcess4"/>
    <dgm:cxn modelId="{EF3F4A5A-3F2E-4131-A421-7AFA3A3D8601}" type="presParOf" srcId="{32375C95-549F-4B09-B1A9-E683F634B6B6}" destId="{42E48510-A14C-4A25-B77F-7C1AD50360BE}" srcOrd="8" destOrd="0" presId="urn:microsoft.com/office/officeart/2005/8/layout/bProcess4"/>
    <dgm:cxn modelId="{F53E5979-6362-47D0-85B0-94B710820923}" type="presParOf" srcId="{42E48510-A14C-4A25-B77F-7C1AD50360BE}" destId="{7DABA0CA-C700-4408-AAF2-EEA8C8B57A24}" srcOrd="0" destOrd="0" presId="urn:microsoft.com/office/officeart/2005/8/layout/bProcess4"/>
    <dgm:cxn modelId="{C406FBB3-F0B5-4F26-AF27-B92068ECC8F1}" type="presParOf" srcId="{42E48510-A14C-4A25-B77F-7C1AD50360BE}" destId="{2DB08C0B-AA55-4011-96B3-3C14DD0E9D5A}" srcOrd="1" destOrd="0" presId="urn:microsoft.com/office/officeart/2005/8/layout/bProcess4"/>
    <dgm:cxn modelId="{3CD483B0-82C1-4DCE-8656-083AE7F20B51}" type="presParOf" srcId="{32375C95-549F-4B09-B1A9-E683F634B6B6}" destId="{9BA243AE-19D8-4202-A50F-CDA53E5A420E}" srcOrd="9" destOrd="0" presId="urn:microsoft.com/office/officeart/2005/8/layout/bProcess4"/>
    <dgm:cxn modelId="{AA2B199F-CF4B-4034-AD6A-14F320A3995A}" type="presParOf" srcId="{32375C95-549F-4B09-B1A9-E683F634B6B6}" destId="{CA3CFC8C-D796-4347-AE74-78F290D397CB}" srcOrd="10" destOrd="0" presId="urn:microsoft.com/office/officeart/2005/8/layout/bProcess4"/>
    <dgm:cxn modelId="{0C026C47-FF51-4C55-80AF-82D82D633880}" type="presParOf" srcId="{CA3CFC8C-D796-4347-AE74-78F290D397CB}" destId="{995F95F9-849E-4AFE-92C4-34DC9CF547EB}" srcOrd="0" destOrd="0" presId="urn:microsoft.com/office/officeart/2005/8/layout/bProcess4"/>
    <dgm:cxn modelId="{B29CE46B-1FF9-4B6F-A481-5C117D0BDB16}" type="presParOf" srcId="{CA3CFC8C-D796-4347-AE74-78F290D397CB}" destId="{C80C8036-25F7-4687-A476-4049C509AD21}" srcOrd="1" destOrd="0" presId="urn:microsoft.com/office/officeart/2005/8/layout/bProcess4"/>
    <dgm:cxn modelId="{CEF34F6A-62D3-424D-B492-25B478C40E9E}" type="presParOf" srcId="{32375C95-549F-4B09-B1A9-E683F634B6B6}" destId="{5617EE16-4D9E-426D-9422-93BDF59401BE}" srcOrd="11" destOrd="0" presId="urn:microsoft.com/office/officeart/2005/8/layout/bProcess4"/>
    <dgm:cxn modelId="{AD89B8C8-8E17-4121-BFAF-C7D15B37F673}" type="presParOf" srcId="{32375C95-549F-4B09-B1A9-E683F634B6B6}" destId="{0434B918-F982-4E22-A98B-46F99CEAE969}" srcOrd="12" destOrd="0" presId="urn:microsoft.com/office/officeart/2005/8/layout/bProcess4"/>
    <dgm:cxn modelId="{54E98A09-4658-4CA3-B9D6-5FFB55AEA09B}" type="presParOf" srcId="{0434B918-F982-4E22-A98B-46F99CEAE969}" destId="{03F93E1F-1D1D-4224-828E-243A3E709428}" srcOrd="0" destOrd="0" presId="urn:microsoft.com/office/officeart/2005/8/layout/bProcess4"/>
    <dgm:cxn modelId="{9B30D413-E064-49DE-9DE8-5CF5E278665B}" type="presParOf" srcId="{0434B918-F982-4E22-A98B-46F99CEAE969}" destId="{B7902D4B-7B0E-44BE-8B5E-A61DCFCD54D9}" srcOrd="1" destOrd="0" presId="urn:microsoft.com/office/officeart/2005/8/layout/bProcess4"/>
    <dgm:cxn modelId="{300A6080-0231-4A80-B099-86D6D0B9B21F}" type="presParOf" srcId="{32375C95-549F-4B09-B1A9-E683F634B6B6}" destId="{1E8C2068-07F0-4732-8A9E-D72EAA6925B0}" srcOrd="13" destOrd="0" presId="urn:microsoft.com/office/officeart/2005/8/layout/bProcess4"/>
    <dgm:cxn modelId="{ECE35F28-C1A5-48ED-9F1A-4921474BC6EE}" type="presParOf" srcId="{32375C95-549F-4B09-B1A9-E683F634B6B6}" destId="{EF41E273-60AD-493B-A07F-CA88B6FB33D5}" srcOrd="14" destOrd="0" presId="urn:microsoft.com/office/officeart/2005/8/layout/bProcess4"/>
    <dgm:cxn modelId="{A9FFC63D-48AD-4062-8044-2D24CE7AA169}" type="presParOf" srcId="{EF41E273-60AD-493B-A07F-CA88B6FB33D5}" destId="{63C8AC73-3978-4DC2-B6BF-5B2301C1B8B8}" srcOrd="0" destOrd="0" presId="urn:microsoft.com/office/officeart/2005/8/layout/bProcess4"/>
    <dgm:cxn modelId="{41064769-AA5B-4611-A734-04C89EABDC3B}" type="presParOf" srcId="{EF41E273-60AD-493B-A07F-CA88B6FB33D5}" destId="{DF47EEF5-498C-463A-807D-E09AD0D72102}" srcOrd="1" destOrd="0" presId="urn:microsoft.com/office/officeart/2005/8/layout/bProcess4"/>
    <dgm:cxn modelId="{E2DADFB2-1161-4763-88FC-A08AA6F38B98}" type="presParOf" srcId="{32375C95-549F-4B09-B1A9-E683F634B6B6}" destId="{A0C96CA5-D223-4365-A855-37FB7C8C9298}" srcOrd="15" destOrd="0" presId="urn:microsoft.com/office/officeart/2005/8/layout/bProcess4"/>
    <dgm:cxn modelId="{1AA9301F-1466-448D-9FF1-FD65BA838644}" type="presParOf" srcId="{32375C95-549F-4B09-B1A9-E683F634B6B6}" destId="{3FC2BCE1-3EB2-43DA-90D5-FC55E744A065}" srcOrd="16" destOrd="0" presId="urn:microsoft.com/office/officeart/2005/8/layout/bProcess4"/>
    <dgm:cxn modelId="{45055FB9-C329-4EAF-83D8-EC392249A150}" type="presParOf" srcId="{3FC2BCE1-3EB2-43DA-90D5-FC55E744A065}" destId="{475190CD-3401-4199-9315-143ECD34E32E}" srcOrd="0" destOrd="0" presId="urn:microsoft.com/office/officeart/2005/8/layout/bProcess4"/>
    <dgm:cxn modelId="{60E91F57-02C9-463C-9868-C069EA0A9E15}" type="presParOf" srcId="{3FC2BCE1-3EB2-43DA-90D5-FC55E744A065}" destId="{9E1AC12C-1A88-423E-BC03-1245579E3714}" srcOrd="1" destOrd="0" presId="urn:microsoft.com/office/officeart/2005/8/layout/b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93909E2-9A63-4F58-BDE2-12734CCC9234}">
      <dsp:nvSpPr>
        <dsp:cNvPr id="0" name=""/>
        <dsp:cNvSpPr/>
      </dsp:nvSpPr>
      <dsp:spPr>
        <a:xfrm rot="5400000">
          <a:off x="-178016" y="986560"/>
          <a:ext cx="1535589" cy="185399"/>
        </a:xfrm>
        <a:prstGeom prst="rect">
          <a:avLst/>
        </a:prstGeom>
        <a:solidFill>
          <a:schemeClr val="dk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DB072CAF-81CD-4D38-A2A0-1F01BE4C5A6D}">
      <dsp:nvSpPr>
        <dsp:cNvPr id="0" name=""/>
        <dsp:cNvSpPr/>
      </dsp:nvSpPr>
      <dsp:spPr>
        <a:xfrm>
          <a:off x="173077" y="3362"/>
          <a:ext cx="2059991" cy="1235994"/>
        </a:xfrm>
        <a:prstGeom prst="roundRect">
          <a:avLst>
            <a:gd name="adj" fmla="val 10000"/>
          </a:avLst>
        </a:prstGeom>
        <a:solidFill>
          <a:srgbClr val="0070C0"/>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IN" sz="1600" b="1" kern="1200" dirty="0">
              <a:solidFill>
                <a:schemeClr val="tx1">
                  <a:lumMod val="50000"/>
                </a:schemeClr>
              </a:solidFill>
            </a:rPr>
            <a:t>USER</a:t>
          </a:r>
        </a:p>
      </dsp:txBody>
      <dsp:txXfrm>
        <a:off x="209278" y="39563"/>
        <a:ext cx="1987589" cy="1163592"/>
      </dsp:txXfrm>
    </dsp:sp>
    <dsp:sp modelId="{6FD1538D-9487-48D1-8DEB-C16AA9D3CF63}">
      <dsp:nvSpPr>
        <dsp:cNvPr id="0" name=""/>
        <dsp:cNvSpPr/>
      </dsp:nvSpPr>
      <dsp:spPr>
        <a:xfrm rot="5400000">
          <a:off x="-178016" y="2531553"/>
          <a:ext cx="1535589" cy="185399"/>
        </a:xfrm>
        <a:prstGeom prst="rect">
          <a:avLst/>
        </a:prstGeom>
        <a:solidFill>
          <a:schemeClr val="dk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A0B0F28F-7F9F-498F-9D62-AB84455D761E}">
      <dsp:nvSpPr>
        <dsp:cNvPr id="0" name=""/>
        <dsp:cNvSpPr/>
      </dsp:nvSpPr>
      <dsp:spPr>
        <a:xfrm>
          <a:off x="173077" y="1548355"/>
          <a:ext cx="2059991" cy="1235994"/>
        </a:xfrm>
        <a:prstGeom prst="roundRect">
          <a:avLst>
            <a:gd name="adj" fmla="val 10000"/>
          </a:avLst>
        </a:prstGeom>
        <a:solidFill>
          <a:srgbClr val="0070C0"/>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IN" sz="1600" b="1" kern="1200" dirty="0">
              <a:solidFill>
                <a:schemeClr val="tx1">
                  <a:lumMod val="50000"/>
                </a:schemeClr>
              </a:solidFill>
            </a:rPr>
            <a:t>LOGIN / FIREBASE AUTHENTICATION</a:t>
          </a:r>
        </a:p>
      </dsp:txBody>
      <dsp:txXfrm>
        <a:off x="209278" y="1584556"/>
        <a:ext cx="1987589" cy="1163592"/>
      </dsp:txXfrm>
    </dsp:sp>
    <dsp:sp modelId="{B49F27D7-ECB8-44DC-848D-C203FE53875F}">
      <dsp:nvSpPr>
        <dsp:cNvPr id="0" name=""/>
        <dsp:cNvSpPr/>
      </dsp:nvSpPr>
      <dsp:spPr>
        <a:xfrm>
          <a:off x="594480" y="3304050"/>
          <a:ext cx="2730383" cy="185399"/>
        </a:xfrm>
        <a:prstGeom prst="rect">
          <a:avLst/>
        </a:prstGeom>
        <a:solidFill>
          <a:schemeClr val="dk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97FDCBEA-8B4B-4649-B607-3A9D59A642A0}">
      <dsp:nvSpPr>
        <dsp:cNvPr id="0" name=""/>
        <dsp:cNvSpPr/>
      </dsp:nvSpPr>
      <dsp:spPr>
        <a:xfrm>
          <a:off x="173077" y="3093349"/>
          <a:ext cx="2059991" cy="1235994"/>
        </a:xfrm>
        <a:prstGeom prst="roundRect">
          <a:avLst>
            <a:gd name="adj" fmla="val 10000"/>
          </a:avLst>
        </a:prstGeom>
        <a:solidFill>
          <a:srgbClr val="0070C0"/>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IN" sz="1600" b="1" kern="1200" dirty="0">
              <a:solidFill>
                <a:schemeClr val="tx1">
                  <a:lumMod val="50000"/>
                </a:schemeClr>
              </a:solidFill>
            </a:rPr>
            <a:t>HEALTHAI APPLICATION</a:t>
          </a:r>
        </a:p>
      </dsp:txBody>
      <dsp:txXfrm>
        <a:off x="209278" y="3129550"/>
        <a:ext cx="1987589" cy="1163592"/>
      </dsp:txXfrm>
    </dsp:sp>
    <dsp:sp modelId="{46035CFC-A321-4AE8-9B6C-832C4116BF3A}">
      <dsp:nvSpPr>
        <dsp:cNvPr id="0" name=""/>
        <dsp:cNvSpPr/>
      </dsp:nvSpPr>
      <dsp:spPr>
        <a:xfrm rot="16174537">
          <a:off x="2532442" y="2508106"/>
          <a:ext cx="1582526" cy="185399"/>
        </a:xfrm>
        <a:prstGeom prst="rect">
          <a:avLst/>
        </a:prstGeom>
        <a:solidFill>
          <a:schemeClr val="dk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346B2516-960A-4D4B-A673-C15BB865D06D}">
      <dsp:nvSpPr>
        <dsp:cNvPr id="0" name=""/>
        <dsp:cNvSpPr/>
      </dsp:nvSpPr>
      <dsp:spPr>
        <a:xfrm>
          <a:off x="2912865" y="3093349"/>
          <a:ext cx="2059991" cy="1235994"/>
        </a:xfrm>
        <a:prstGeom prst="roundRect">
          <a:avLst>
            <a:gd name="adj" fmla="val 10000"/>
          </a:avLst>
        </a:prstGeom>
        <a:solidFill>
          <a:srgbClr val="0070C0"/>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IN" sz="1600" b="1" kern="1200" dirty="0">
              <a:solidFill>
                <a:schemeClr val="tx1">
                  <a:lumMod val="50000"/>
                </a:schemeClr>
              </a:solidFill>
            </a:rPr>
            <a:t>OCR TEXT EXTRACTION</a:t>
          </a:r>
        </a:p>
      </dsp:txBody>
      <dsp:txXfrm>
        <a:off x="2949066" y="3129550"/>
        <a:ext cx="1987589" cy="1163592"/>
      </dsp:txXfrm>
    </dsp:sp>
    <dsp:sp modelId="{9BA243AE-19D8-4202-A50F-CDA53E5A420E}">
      <dsp:nvSpPr>
        <dsp:cNvPr id="0" name=""/>
        <dsp:cNvSpPr/>
      </dsp:nvSpPr>
      <dsp:spPr>
        <a:xfrm rot="16323754">
          <a:off x="2600634" y="963783"/>
          <a:ext cx="1497729" cy="185399"/>
        </a:xfrm>
        <a:prstGeom prst="rect">
          <a:avLst/>
        </a:prstGeom>
        <a:solidFill>
          <a:schemeClr val="dk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2DB08C0B-AA55-4011-96B3-3C14DD0E9D5A}">
      <dsp:nvSpPr>
        <dsp:cNvPr id="0" name=""/>
        <dsp:cNvSpPr/>
      </dsp:nvSpPr>
      <dsp:spPr>
        <a:xfrm>
          <a:off x="2901144" y="1501462"/>
          <a:ext cx="2059991" cy="1235994"/>
        </a:xfrm>
        <a:prstGeom prst="roundRect">
          <a:avLst>
            <a:gd name="adj" fmla="val 10000"/>
          </a:avLst>
        </a:prstGeom>
        <a:solidFill>
          <a:srgbClr val="0070C0"/>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IN" sz="1600" b="1" kern="1200" dirty="0">
              <a:solidFill>
                <a:schemeClr val="tx1">
                  <a:lumMod val="50000"/>
                </a:schemeClr>
              </a:solidFill>
            </a:rPr>
            <a:t>Transimpedance Amplifier</a:t>
          </a:r>
        </a:p>
      </dsp:txBody>
      <dsp:txXfrm>
        <a:off x="2937345" y="1537663"/>
        <a:ext cx="1987589" cy="1163592"/>
      </dsp:txXfrm>
    </dsp:sp>
    <dsp:sp modelId="{5617EE16-4D9E-426D-9422-93BDF59401BE}">
      <dsp:nvSpPr>
        <dsp:cNvPr id="0" name=""/>
        <dsp:cNvSpPr/>
      </dsp:nvSpPr>
      <dsp:spPr>
        <a:xfrm rot="4307">
          <a:off x="3381152" y="212382"/>
          <a:ext cx="2683500" cy="185399"/>
        </a:xfrm>
        <a:prstGeom prst="rect">
          <a:avLst/>
        </a:prstGeom>
        <a:solidFill>
          <a:schemeClr val="dk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C80C8036-25F7-4687-A476-4049C509AD21}">
      <dsp:nvSpPr>
        <dsp:cNvPr id="0" name=""/>
        <dsp:cNvSpPr/>
      </dsp:nvSpPr>
      <dsp:spPr>
        <a:xfrm>
          <a:off x="2959751" y="0"/>
          <a:ext cx="2059991" cy="1235994"/>
        </a:xfrm>
        <a:prstGeom prst="roundRect">
          <a:avLst>
            <a:gd name="adj" fmla="val 10000"/>
          </a:avLst>
        </a:prstGeom>
        <a:solidFill>
          <a:srgbClr val="0070C0"/>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IN" sz="1600" b="1" kern="1200" dirty="0">
              <a:solidFill>
                <a:schemeClr val="tx1">
                  <a:lumMod val="50000"/>
                </a:schemeClr>
              </a:solidFill>
            </a:rPr>
            <a:t>REPORT / IMAGE UPLOAD</a:t>
          </a:r>
        </a:p>
      </dsp:txBody>
      <dsp:txXfrm>
        <a:off x="2995952" y="36201"/>
        <a:ext cx="1987589" cy="1163592"/>
      </dsp:txXfrm>
    </dsp:sp>
    <dsp:sp modelId="{1E8C2068-07F0-4732-8A9E-D72EAA6925B0}">
      <dsp:nvSpPr>
        <dsp:cNvPr id="0" name=""/>
        <dsp:cNvSpPr/>
      </dsp:nvSpPr>
      <dsp:spPr>
        <a:xfrm rot="5400000">
          <a:off x="5301559" y="986560"/>
          <a:ext cx="1535589" cy="185399"/>
        </a:xfrm>
        <a:prstGeom prst="rect">
          <a:avLst/>
        </a:prstGeom>
        <a:solidFill>
          <a:schemeClr val="dk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B7902D4B-7B0E-44BE-8B5E-A61DCFCD54D9}">
      <dsp:nvSpPr>
        <dsp:cNvPr id="0" name=""/>
        <dsp:cNvSpPr/>
      </dsp:nvSpPr>
      <dsp:spPr>
        <a:xfrm>
          <a:off x="5652654" y="3362"/>
          <a:ext cx="2059991" cy="1235994"/>
        </a:xfrm>
        <a:prstGeom prst="roundRect">
          <a:avLst>
            <a:gd name="adj" fmla="val 10000"/>
          </a:avLst>
        </a:prstGeom>
        <a:solidFill>
          <a:srgbClr val="0070C0"/>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IN" sz="1600" b="1" kern="1200" dirty="0">
              <a:solidFill>
                <a:schemeClr val="tx1">
                  <a:lumMod val="50000"/>
                </a:schemeClr>
              </a:solidFill>
            </a:rPr>
            <a:t>AI PROCESSING</a:t>
          </a:r>
        </a:p>
      </dsp:txBody>
      <dsp:txXfrm>
        <a:off x="5688855" y="39563"/>
        <a:ext cx="1987589" cy="1163592"/>
      </dsp:txXfrm>
    </dsp:sp>
    <dsp:sp modelId="{A0C96CA5-D223-4365-A855-37FB7C8C9298}">
      <dsp:nvSpPr>
        <dsp:cNvPr id="0" name=""/>
        <dsp:cNvSpPr/>
      </dsp:nvSpPr>
      <dsp:spPr>
        <a:xfrm rot="5400000">
          <a:off x="5301559" y="2531553"/>
          <a:ext cx="1535589" cy="185399"/>
        </a:xfrm>
        <a:prstGeom prst="rect">
          <a:avLst/>
        </a:prstGeom>
        <a:solidFill>
          <a:schemeClr val="dk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DF47EEF5-498C-463A-807D-E09AD0D72102}">
      <dsp:nvSpPr>
        <dsp:cNvPr id="0" name=""/>
        <dsp:cNvSpPr/>
      </dsp:nvSpPr>
      <dsp:spPr>
        <a:xfrm>
          <a:off x="5652654" y="1548355"/>
          <a:ext cx="2059991" cy="1235994"/>
        </a:xfrm>
        <a:prstGeom prst="roundRect">
          <a:avLst>
            <a:gd name="adj" fmla="val 10000"/>
          </a:avLst>
        </a:prstGeom>
        <a:solidFill>
          <a:srgbClr val="0070C0"/>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IN" sz="1600" b="1" kern="1200" dirty="0">
              <a:solidFill>
                <a:schemeClr val="tx1">
                  <a:lumMod val="50000"/>
                </a:schemeClr>
              </a:solidFill>
            </a:rPr>
            <a:t>Medical Report Analysis / Image Observation / Chatbot</a:t>
          </a:r>
        </a:p>
      </dsp:txBody>
      <dsp:txXfrm>
        <a:off x="5688855" y="1584556"/>
        <a:ext cx="1987589" cy="1163592"/>
      </dsp:txXfrm>
    </dsp:sp>
    <dsp:sp modelId="{9E1AC12C-1A88-423E-BC03-1245579E3714}">
      <dsp:nvSpPr>
        <dsp:cNvPr id="0" name=""/>
        <dsp:cNvSpPr/>
      </dsp:nvSpPr>
      <dsp:spPr>
        <a:xfrm>
          <a:off x="5652654" y="3093349"/>
          <a:ext cx="2059991" cy="1235994"/>
        </a:xfrm>
        <a:prstGeom prst="roundRect">
          <a:avLst>
            <a:gd name="adj" fmla="val 10000"/>
          </a:avLst>
        </a:prstGeom>
        <a:solidFill>
          <a:srgbClr val="0070C0"/>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IN" sz="1600" b="1" kern="1200" dirty="0">
              <a:solidFill>
                <a:schemeClr val="tx1">
                  <a:lumMod val="50000"/>
                </a:schemeClr>
              </a:solidFill>
            </a:rPr>
            <a:t>STRUCTURED RESULT</a:t>
          </a:r>
        </a:p>
      </dsp:txBody>
      <dsp:txXfrm>
        <a:off x="5688855" y="3129550"/>
        <a:ext cx="1987589" cy="1163592"/>
      </dsp:txXfrm>
    </dsp:sp>
  </dsp:spTree>
</dsp:drawing>
</file>

<file path=ppt/diagrams/layout1.xml><?xml version="1.0" encoding="utf-8"?>
<dgm:layoutDef xmlns:dgm="http://schemas.openxmlformats.org/drawingml/2006/diagram" xmlns:a="http://schemas.openxmlformats.org/drawingml/2006/main" uniqueId="urn:microsoft.com/office/officeart/2005/8/layout/bProcess4">
  <dgm:title val=""/>
  <dgm:desc val=""/>
  <dgm:catLst>
    <dgm:cat type="process" pri="19000"/>
  </dgm:catLst>
  <dgm:sampData>
    <dgm:dataModel>
      <dgm:ptLst>
        <dgm:pt modelId="0" type="doc"/>
        <dgm:pt modelId="1">
          <dgm:prSet phldr="1"/>
        </dgm:pt>
        <dgm:pt modelId="2">
          <dgm:prSet phldr="1"/>
        </dgm:pt>
        <dgm:pt modelId="3">
          <dgm:prSet phldr="1"/>
        </dgm:pt>
        <dgm:pt modelId="4">
          <dgm:prSet phldr="1"/>
        </dgm:pt>
        <dgm:pt modelId="5">
          <dgm:prSet phldr="1"/>
        </dgm:pt>
        <dgm:pt modelId="6">
          <dgm:prSet phldr="1"/>
        </dgm:pt>
        <dgm:pt modelId="7">
          <dgm:prSet phldr="1"/>
        </dgm:pt>
        <dgm:pt modelId="8">
          <dgm:prSet phldr="1"/>
        </dgm:pt>
        <dgm:pt modelId="9">
          <dgm:prSet phldr="1"/>
        </dgm:pt>
      </dgm:ptLst>
      <dgm:cxnLst>
        <dgm:cxn modelId="10" srcId="0" destId="1" srcOrd="0" destOrd="0"/>
        <dgm:cxn modelId="11" srcId="0" destId="2" srcOrd="1" destOrd="0"/>
        <dgm:cxn modelId="12" srcId="0" destId="3" srcOrd="2" destOrd="0"/>
        <dgm:cxn modelId="13" srcId="0" destId="4" srcOrd="3" destOrd="0"/>
        <dgm:cxn modelId="14" srcId="0" destId="5" srcOrd="4" destOrd="0"/>
        <dgm:cxn modelId="15" srcId="0" destId="6" srcOrd="5" destOrd="0"/>
        <dgm:cxn modelId="16" srcId="0" destId="7" srcOrd="6" destOrd="0"/>
        <dgm:cxn modelId="17" srcId="0" destId="8" srcOrd="7" destOrd="0"/>
        <dgm:cxn modelId="18" srcId="0" destId="9" srcOrd="8"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dgm:varLst>
    <dgm:choose name="Name1">
      <dgm:if name="Name2" func="var" arg="dir" op="equ" val="norm">
        <dgm:alg type="snake">
          <dgm:param type="grDir" val="tL"/>
          <dgm:param type="flowDir" val="col"/>
          <dgm:param type="contDir" val="revDir"/>
          <dgm:param type="bkpt" val="bal"/>
        </dgm:alg>
      </dgm:if>
      <dgm:else name="Name3">
        <dgm:alg type="snake">
          <dgm:param type="grDir" val="tR"/>
          <dgm:param type="flowDir" val="col"/>
          <dgm:param type="contDir" val="revDir"/>
          <dgm:param type="bkpt" val="bal"/>
        </dgm:alg>
      </dgm:else>
    </dgm:choose>
    <dgm:shape xmlns:r="http://schemas.openxmlformats.org/officeDocument/2006/relationships" r:blip="">
      <dgm:adjLst/>
    </dgm:shape>
    <dgm:presOf/>
    <dgm:constrLst>
      <dgm:constr type="w" for="ch" forName="compNode" refType="w"/>
      <dgm:constr type="h" for="ch" forName="compNode" refType="w" fact="0.6"/>
      <dgm:constr type="h" for="ch" forName="sibTrans" refType="h" refFor="ch" refForName="compNode" op="equ" fact="0.25"/>
      <dgm:constr type="sp" refType="w" fact="0.33"/>
      <dgm:constr type="primFontSz" for="des" forName="node" op="equ" val="65"/>
    </dgm:constrLst>
    <dgm:ruleLst/>
    <dgm:forEach name="nodesForEach" axis="ch" ptType="node">
      <dgm:layoutNode name="compNode">
        <dgm:alg type="composite"/>
        <dgm:shape xmlns:r="http://schemas.openxmlformats.org/officeDocument/2006/relationships" r:blip="">
          <dgm:adjLst/>
        </dgm:shape>
        <dgm:presOf/>
        <dgm:choose name="Name4">
          <dgm:if name="Name5" axis="self" func="var" arg="dir" op="equ" val="norm">
            <dgm:constrLst>
              <dgm:constr type="l" for="ch" forName="dummyConnPt" refType="w" fact="0.2"/>
              <dgm:constr type="t" for="ch" forName="dummyConnPt" refType="w" fact="0.145"/>
              <dgm:constr type="l" for="ch" forName="node"/>
              <dgm:constr type="t" for="ch" forName="node"/>
              <dgm:constr type="h" for="ch" forName="node" refType="h"/>
              <dgm:constr type="w" for="ch" forName="node" refType="w"/>
            </dgm:constrLst>
          </dgm:if>
          <dgm:else name="Name6">
            <dgm:constrLst>
              <dgm:constr type="l" for="ch" forName="dummyConnPt" refType="w" fact="0.8"/>
              <dgm:constr type="t" for="ch" forName="dummyConnPt" refType="w" fact="0.145"/>
              <dgm:constr type="l" for="ch" forName="node"/>
              <dgm:constr type="t" for="ch" forName="node"/>
              <dgm:constr type="h" for="ch" forName="node" refType="h"/>
              <dgm:constr type="w" for="ch" forName="node" refType="w"/>
            </dgm:constrLst>
          </dgm:else>
        </dgm:choose>
        <dgm:ruleLst/>
        <dgm:layoutNode name="dummyConnPt" styleLbl="node1" moveWith="node">
          <dgm:alg type="sp"/>
          <dgm:shape xmlns:r="http://schemas.openxmlformats.org/officeDocument/2006/relationships" r:blip="">
            <dgm:adjLst/>
          </dgm:shape>
          <dgm:presOf/>
          <dgm:constrLst>
            <dgm:constr type="w" val="1"/>
            <dgm:constr type="h" val="1"/>
          </dgm:constrLst>
          <dgm:ruleLst/>
        </dgm:layout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tMarg" refType="primFontSz" fact="0.3"/>
            <dgm:constr type="bMarg" refType="primFontSz" fact="0.3"/>
            <dgm:constr type="lMarg" refType="primFontSz" fact="0.3"/>
            <dgm:constr type="rMarg" refType="primFontSz" fact="0.3"/>
            <dgm:constr type="primFontSz" val="65"/>
          </dgm:constrLst>
          <dgm:ruleLst>
            <dgm:rule type="primFontSz" val="5" fact="NaN" max="NaN"/>
          </dgm:ruleLst>
        </dgm:layoutNode>
      </dgm:layoutNode>
      <dgm:forEach name="sibTransForEach" axis="followSib" cnt="1">
        <dgm:layoutNode name="sibTrans" styleLbl="bgSibTrans2D1">
          <dgm:choose name="Name7">
            <dgm:if name="Name8" axis="self" func="var" arg="dir" op="equ" val="norm">
              <dgm:alg type="conn">
                <dgm:param type="srcNode" val="dummyConnPt"/>
                <dgm:param type="dstNode" val="dummyConnPt"/>
                <dgm:param type="begPts" val="bCtr, midR, tCtr"/>
                <dgm:param type="endPts" val="tCtr, midL, bCtr"/>
                <dgm:param type="begSty" val="noArr"/>
                <dgm:param type="endSty" val="noArr"/>
              </dgm:alg>
            </dgm:if>
            <dgm:else name="Name9">
              <dgm:alg type="conn">
                <dgm:param type="srcNode" val="dummyConnPt"/>
                <dgm:param type="dstNode" val="dummyConnPt"/>
                <dgm:param type="begPts" val="bCtr, midL, tCtr"/>
                <dgm:param type="endPts" val="tCtr, midR, bCtr"/>
                <dgm:param type="begSty" val="noArr"/>
                <dgm:param type="endSty" val="noArr"/>
              </dgm:alg>
            </dgm:else>
          </dgm:choose>
          <dgm:shape xmlns:r="http://schemas.openxmlformats.org/officeDocument/2006/relationships" type="conn" r:blip="" zOrderOff="-2">
            <dgm:adjLst/>
          </dgm:shape>
          <dgm:presOf axis="self"/>
          <dgm:constrLst>
            <dgm:constr type="begPad"/>
            <dgm:constr type="endPad"/>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Arial Regular"/>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Arial Regular"/>
              </a:defRPr>
            </a:lvl1pPr>
          </a:lstStyle>
          <a:p>
            <a:fld id="{0239D73C-AF14-7643-8BC7-209F4FB10DDF}" type="datetimeFigureOut">
              <a:rPr lang="en-US" smtClean="0"/>
              <a:pPr/>
              <a:t>9/6/2026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Arial Regular"/>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Arial Regular"/>
              </a:defRPr>
            </a:lvl1pPr>
          </a:lstStyle>
          <a:p>
            <a:fld id="{F52A25F9-16D3-E64A-8639-7B020C319E7B}" type="slidenum">
              <a:rPr lang="en-US" smtClean="0"/>
              <a:pPr/>
              <a:t>‹#›</a:t>
            </a:fld>
            <a:endParaRPr lang="en-US" dirty="0"/>
          </a:p>
        </p:txBody>
      </p:sp>
    </p:spTree>
    <p:extLst>
      <p:ext uri="{BB962C8B-B14F-4D97-AF65-F5344CB8AC3E}">
        <p14:creationId xmlns:p14="http://schemas.microsoft.com/office/powerpoint/2010/main" val="1908973073"/>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Arial Regular"/>
        <a:ea typeface="+mn-ea"/>
        <a:cs typeface="+mn-cs"/>
      </a:defRPr>
    </a:lvl1pPr>
    <a:lvl2pPr marL="457200" algn="l" defTabSz="914400" rtl="0" eaLnBrk="1" latinLnBrk="0" hangingPunct="1">
      <a:defRPr sz="1200" b="0" i="0" kern="1200">
        <a:solidFill>
          <a:schemeClr val="tx1"/>
        </a:solidFill>
        <a:latin typeface="Arial Regular"/>
        <a:ea typeface="+mn-ea"/>
        <a:cs typeface="+mn-cs"/>
      </a:defRPr>
    </a:lvl2pPr>
    <a:lvl3pPr marL="914400" algn="l" defTabSz="914400" rtl="0" eaLnBrk="1" latinLnBrk="0" hangingPunct="1">
      <a:defRPr sz="1200" b="0" i="0" kern="1200">
        <a:solidFill>
          <a:schemeClr val="tx1"/>
        </a:solidFill>
        <a:latin typeface="Arial Regular"/>
        <a:ea typeface="+mn-ea"/>
        <a:cs typeface="+mn-cs"/>
      </a:defRPr>
    </a:lvl3pPr>
    <a:lvl4pPr marL="1371600" algn="l" defTabSz="914400" rtl="0" eaLnBrk="1" latinLnBrk="0" hangingPunct="1">
      <a:defRPr sz="1200" b="0" i="0" kern="1200">
        <a:solidFill>
          <a:schemeClr val="tx1"/>
        </a:solidFill>
        <a:latin typeface="Arial Regular"/>
        <a:ea typeface="+mn-ea"/>
        <a:cs typeface="+mn-cs"/>
      </a:defRPr>
    </a:lvl4pPr>
    <a:lvl5pPr marL="1828800" algn="l" defTabSz="914400" rtl="0" eaLnBrk="1" latinLnBrk="0" hangingPunct="1">
      <a:defRPr sz="1200" b="0" i="0" kern="1200">
        <a:solidFill>
          <a:schemeClr val="tx1"/>
        </a:solidFill>
        <a:latin typeface="Arial Regular"/>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52A25F9-16D3-E64A-8639-7B020C319E7B}" type="slidenum">
              <a:rPr lang="en-US" smtClean="0"/>
              <a:pPr/>
              <a:t>5</a:t>
            </a:fld>
            <a:endParaRPr lang="en-US" dirty="0"/>
          </a:p>
        </p:txBody>
      </p:sp>
    </p:spTree>
    <p:extLst>
      <p:ext uri="{BB962C8B-B14F-4D97-AF65-F5344CB8AC3E}">
        <p14:creationId xmlns:p14="http://schemas.microsoft.com/office/powerpoint/2010/main" val="6660572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52A25F9-16D3-E64A-8639-7B020C319E7B}" type="slidenum">
              <a:rPr lang="en-US" smtClean="0"/>
              <a:pPr/>
              <a:t>7</a:t>
            </a:fld>
            <a:endParaRPr lang="en-US" dirty="0"/>
          </a:p>
        </p:txBody>
      </p:sp>
    </p:spTree>
    <p:extLst>
      <p:ext uri="{BB962C8B-B14F-4D97-AF65-F5344CB8AC3E}">
        <p14:creationId xmlns:p14="http://schemas.microsoft.com/office/powerpoint/2010/main" val="122263409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5"/>
          <p:cNvSpPr>
            <a:spLocks noGrp="1"/>
          </p:cNvSpPr>
          <p:nvPr>
            <p:ph type="body" sz="quarter" idx="10" hasCustomPrompt="1"/>
          </p:nvPr>
        </p:nvSpPr>
        <p:spPr>
          <a:xfrm>
            <a:off x="658368" y="3968496"/>
            <a:ext cx="6638544" cy="1650381"/>
          </a:xfrm>
          <a:prstGeom prst="rect">
            <a:avLst/>
          </a:prstGeom>
        </p:spPr>
        <p:txBody>
          <a:bodyPr lIns="0">
            <a:noAutofit/>
          </a:bodyPr>
          <a:lstStyle>
            <a:lvl1pPr marL="0" indent="0">
              <a:buNone/>
              <a:defRPr sz="2800" b="0" i="0">
                <a:solidFill>
                  <a:schemeClr val="bg1"/>
                </a:solidFill>
                <a:latin typeface="Georgia" charset="0"/>
                <a:ea typeface="Georgia" charset="0"/>
                <a:cs typeface="Georgia" charset="0"/>
              </a:defRPr>
            </a:lvl1pPr>
          </a:lstStyle>
          <a:p>
            <a:pPr lvl="0"/>
            <a:r>
              <a:rPr lang="en-US" dirty="0"/>
              <a:t>Sub-topic</a:t>
            </a:r>
          </a:p>
        </p:txBody>
      </p:sp>
      <p:sp>
        <p:nvSpPr>
          <p:cNvPr id="14" name="Title 1"/>
          <p:cNvSpPr>
            <a:spLocks noGrp="1"/>
          </p:cNvSpPr>
          <p:nvPr>
            <p:ph type="ctrTitle" hasCustomPrompt="1"/>
          </p:nvPr>
        </p:nvSpPr>
        <p:spPr>
          <a:xfrm>
            <a:off x="658368" y="1490472"/>
            <a:ext cx="6638544" cy="2386584"/>
          </a:xfrm>
          <a:prstGeom prst="rect">
            <a:avLst/>
          </a:prstGeom>
          <a:ln>
            <a:noFill/>
          </a:ln>
        </p:spPr>
        <p:txBody>
          <a:bodyPr lIns="0" anchor="b">
            <a:noAutofit/>
          </a:bodyPr>
          <a:lstStyle>
            <a:lvl1pPr algn="l">
              <a:lnSpc>
                <a:spcPts val="5800"/>
              </a:lnSpc>
              <a:defRPr sz="6000" b="1" i="0" cap="all" baseline="0">
                <a:solidFill>
                  <a:schemeClr val="bg1"/>
                </a:solidFill>
                <a:latin typeface="Arial" charset="0"/>
                <a:ea typeface="Arial" charset="0"/>
                <a:cs typeface="Arial" charset="0"/>
              </a:defRPr>
            </a:lvl1pPr>
          </a:lstStyle>
          <a:p>
            <a:r>
              <a:rPr lang="en-US" dirty="0"/>
              <a:t>Presentation</a:t>
            </a:r>
            <a:br>
              <a:rPr lang="en-US" dirty="0"/>
            </a:br>
            <a:r>
              <a:rPr lang="en-US" dirty="0"/>
              <a:t>Title</a:t>
            </a:r>
          </a:p>
        </p:txBody>
      </p:sp>
      <p:pic>
        <p:nvPicPr>
          <p:cNvPr id="8" name="Picture 7" descr="University at Buffalo, The State University of New York logo">
            <a:extLst>
              <a:ext uri="{FF2B5EF4-FFF2-40B4-BE49-F238E27FC236}">
                <a16:creationId xmlns:a16="http://schemas.microsoft.com/office/drawing/2014/main" id="{9C7DE7FF-FD86-434E-91D5-DF1AA23EE75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60400" y="6041226"/>
            <a:ext cx="4800600" cy="356029"/>
          </a:xfrm>
          <a:prstGeom prst="rect">
            <a:avLst/>
          </a:prstGeom>
        </p:spPr>
      </p:pic>
    </p:spTree>
    <p:extLst>
      <p:ext uri="{BB962C8B-B14F-4D97-AF65-F5344CB8AC3E}">
        <p14:creationId xmlns:p14="http://schemas.microsoft.com/office/powerpoint/2010/main" val="3825410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vider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le 1"/>
          <p:cNvSpPr>
            <a:spLocks noGrp="1"/>
          </p:cNvSpPr>
          <p:nvPr>
            <p:ph type="ctrTitle" hasCustomPrompt="1"/>
          </p:nvPr>
        </p:nvSpPr>
        <p:spPr>
          <a:xfrm>
            <a:off x="658368" y="1490663"/>
            <a:ext cx="6638544" cy="2387600"/>
          </a:xfrm>
          <a:prstGeom prst="rect">
            <a:avLst/>
          </a:prstGeom>
          <a:ln>
            <a:noFill/>
          </a:ln>
        </p:spPr>
        <p:txBody>
          <a:bodyPr lIns="0" anchor="b">
            <a:noAutofit/>
          </a:bodyPr>
          <a:lstStyle>
            <a:lvl1pPr algn="l">
              <a:lnSpc>
                <a:spcPts val="5800"/>
              </a:lnSpc>
              <a:defRPr sz="6000" b="1" i="0" cap="all" baseline="0">
                <a:solidFill>
                  <a:schemeClr val="bg1"/>
                </a:solidFill>
                <a:latin typeface="Arial" charset="0"/>
                <a:ea typeface="Arial" charset="0"/>
                <a:cs typeface="Arial" charset="0"/>
              </a:defRPr>
            </a:lvl1pPr>
          </a:lstStyle>
          <a:p>
            <a:r>
              <a:rPr lang="en-US" dirty="0"/>
              <a:t>DIVIDER SLIDE</a:t>
            </a:r>
          </a:p>
        </p:txBody>
      </p:sp>
      <p:sp>
        <p:nvSpPr>
          <p:cNvPr id="6" name="Subtitle 2"/>
          <p:cNvSpPr>
            <a:spLocks noGrp="1"/>
          </p:cNvSpPr>
          <p:nvPr>
            <p:ph type="subTitle" idx="1" hasCustomPrompt="1"/>
          </p:nvPr>
        </p:nvSpPr>
        <p:spPr>
          <a:xfrm>
            <a:off x="658368" y="3970337"/>
            <a:ext cx="6638544" cy="2212976"/>
          </a:xfrm>
          <a:prstGeom prst="rect">
            <a:avLst/>
          </a:prstGeom>
          <a:ln>
            <a:noFill/>
          </a:ln>
        </p:spPr>
        <p:txBody>
          <a:bodyPr lIns="0">
            <a:noAutofit/>
          </a:bodyPr>
          <a:lstStyle>
            <a:lvl1pPr marL="0" indent="0" algn="l">
              <a:buNone/>
              <a:defRPr sz="2800" b="0" baseline="0">
                <a:solidFill>
                  <a:schemeClr val="bg1"/>
                </a:solidFill>
                <a:latin typeface="Georgia" charset="0"/>
                <a:ea typeface="Georgia" charset="0"/>
                <a:cs typeface="Georgia"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Section title</a:t>
            </a:r>
          </a:p>
        </p:txBody>
      </p:sp>
      <p:pic>
        <p:nvPicPr>
          <p:cNvPr id="7" name="Picture 6" descr="University at Buffalo, The State University of New York logo"/>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55600" y="321146"/>
            <a:ext cx="4800600" cy="356029"/>
          </a:xfrm>
          <a:prstGeom prst="rect">
            <a:avLst/>
          </a:prstGeom>
        </p:spPr>
      </p:pic>
    </p:spTree>
    <p:extLst>
      <p:ext uri="{BB962C8B-B14F-4D97-AF65-F5344CB8AC3E}">
        <p14:creationId xmlns:p14="http://schemas.microsoft.com/office/powerpoint/2010/main" val="25275217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2049F-7F34-5D48-8F72-755B85F3E737}"/>
              </a:ext>
            </a:extLst>
          </p:cNvPr>
          <p:cNvSpPr>
            <a:spLocks noGrp="1"/>
          </p:cNvSpPr>
          <p:nvPr>
            <p:ph type="title"/>
          </p:nvPr>
        </p:nvSpPr>
        <p:spPr>
          <a:xfrm>
            <a:off x="566928" y="1499616"/>
            <a:ext cx="6951472" cy="590931"/>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5EC46810-DD61-C649-9461-59FA66CD210E}"/>
              </a:ext>
            </a:extLst>
          </p:cNvPr>
          <p:cNvSpPr>
            <a:spLocks noGrp="1"/>
          </p:cNvSpPr>
          <p:nvPr>
            <p:ph idx="1"/>
          </p:nvPr>
        </p:nvSpPr>
        <p:spPr>
          <a:xfrm>
            <a:off x="566928" y="2185416"/>
            <a:ext cx="6951472" cy="3968249"/>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11E420E5-CF10-E744-8836-DA131F3DFECE}"/>
              </a:ext>
            </a:extLst>
          </p:cNvPr>
          <p:cNvSpPr>
            <a:spLocks noGrp="1"/>
          </p:cNvSpPr>
          <p:nvPr>
            <p:ph type="ftr" sz="quarter" idx="10"/>
          </p:nvPr>
        </p:nvSpPr>
        <p:spPr/>
        <p:txBody>
          <a:bodyPr/>
          <a:lstStyle/>
          <a:p>
            <a:fld id="{EB53C135-CEC6-A548-8917-8F7FEB82358B}" type="slidenum">
              <a:rPr lang="en-US" smtClean="0"/>
              <a:pPr/>
              <a:t>‹#›</a:t>
            </a:fld>
            <a:endParaRPr lang="en-US" dirty="0"/>
          </a:p>
        </p:txBody>
      </p:sp>
    </p:spTree>
    <p:extLst>
      <p:ext uri="{BB962C8B-B14F-4D97-AF65-F5344CB8AC3E}">
        <p14:creationId xmlns:p14="http://schemas.microsoft.com/office/powerpoint/2010/main" val="39124026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Bulleted Lis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2049F-7F34-5D48-8F72-755B85F3E737}"/>
              </a:ext>
            </a:extLst>
          </p:cNvPr>
          <p:cNvSpPr>
            <a:spLocks noGrp="1"/>
          </p:cNvSpPr>
          <p:nvPr>
            <p:ph type="title"/>
          </p:nvPr>
        </p:nvSpPr>
        <p:spPr>
          <a:xfrm>
            <a:off x="566928" y="1499616"/>
            <a:ext cx="6951472" cy="590931"/>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5EC46810-DD61-C649-9461-59FA66CD210E}"/>
              </a:ext>
            </a:extLst>
          </p:cNvPr>
          <p:cNvSpPr>
            <a:spLocks noGrp="1"/>
          </p:cNvSpPr>
          <p:nvPr>
            <p:ph idx="1"/>
          </p:nvPr>
        </p:nvSpPr>
        <p:spPr>
          <a:xfrm>
            <a:off x="566928" y="2185416"/>
            <a:ext cx="6951472" cy="3968249"/>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54A51F46-BA21-2546-AE85-93B56EC06187}"/>
              </a:ext>
            </a:extLst>
          </p:cNvPr>
          <p:cNvSpPr>
            <a:spLocks noGrp="1"/>
          </p:cNvSpPr>
          <p:nvPr>
            <p:ph type="ftr" sz="quarter" idx="10"/>
          </p:nvPr>
        </p:nvSpPr>
        <p:spPr/>
        <p:txBody>
          <a:bodyPr/>
          <a:lstStyle/>
          <a:p>
            <a:fld id="{EB53C135-CEC6-A548-8917-8F7FEB82358B}" type="slidenum">
              <a:rPr lang="en-US" smtClean="0"/>
              <a:pPr/>
              <a:t>‹#›</a:t>
            </a:fld>
            <a:endParaRPr lang="en-US" dirty="0"/>
          </a:p>
        </p:txBody>
      </p:sp>
    </p:spTree>
    <p:extLst>
      <p:ext uri="{BB962C8B-B14F-4D97-AF65-F5344CB8AC3E}">
        <p14:creationId xmlns:p14="http://schemas.microsoft.com/office/powerpoint/2010/main" val="10832199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itle and Doubl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052B2E-D090-724F-8681-FBE0CDA2F117}"/>
              </a:ext>
            </a:extLst>
          </p:cNvPr>
          <p:cNvSpPr>
            <a:spLocks noGrp="1"/>
          </p:cNvSpPr>
          <p:nvPr>
            <p:ph type="title"/>
          </p:nvPr>
        </p:nvSpPr>
        <p:spPr>
          <a:xfrm>
            <a:off x="566928" y="1499616"/>
            <a:ext cx="10515600" cy="590931"/>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9E559530-982F-0F4F-B296-9DB2F44D8051}"/>
              </a:ext>
            </a:extLst>
          </p:cNvPr>
          <p:cNvSpPr>
            <a:spLocks noGrp="1"/>
          </p:cNvSpPr>
          <p:nvPr>
            <p:ph sz="half" idx="1"/>
          </p:nvPr>
        </p:nvSpPr>
        <p:spPr>
          <a:xfrm>
            <a:off x="566928" y="2185416"/>
            <a:ext cx="4500372" cy="394868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90367C6-4AC8-9C47-BDFA-A5613CF90E15}"/>
              </a:ext>
            </a:extLst>
          </p:cNvPr>
          <p:cNvSpPr>
            <a:spLocks noGrp="1"/>
          </p:cNvSpPr>
          <p:nvPr>
            <p:ph sz="half" idx="2"/>
          </p:nvPr>
        </p:nvSpPr>
        <p:spPr>
          <a:xfrm>
            <a:off x="5410200" y="2185416"/>
            <a:ext cx="4498848" cy="395020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FC1A3F1F-FF47-0844-82BA-F475FCD0AAB6}"/>
              </a:ext>
            </a:extLst>
          </p:cNvPr>
          <p:cNvSpPr>
            <a:spLocks noGrp="1"/>
          </p:cNvSpPr>
          <p:nvPr>
            <p:ph type="ftr" sz="quarter" idx="10"/>
          </p:nvPr>
        </p:nvSpPr>
        <p:spPr/>
        <p:txBody>
          <a:bodyPr/>
          <a:lstStyle/>
          <a:p>
            <a:fld id="{EB53C135-CEC6-A548-8917-8F7FEB82358B}" type="slidenum">
              <a:rPr lang="en-US" smtClean="0"/>
              <a:pPr/>
              <a:t>‹#›</a:t>
            </a:fld>
            <a:endParaRPr lang="en-US" dirty="0"/>
          </a:p>
        </p:txBody>
      </p:sp>
    </p:spTree>
    <p:extLst>
      <p:ext uri="{BB962C8B-B14F-4D97-AF65-F5344CB8AC3E}">
        <p14:creationId xmlns:p14="http://schemas.microsoft.com/office/powerpoint/2010/main" val="14994624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45C5C1-32E2-374C-809B-D54BEC11EB3F}"/>
              </a:ext>
            </a:extLst>
          </p:cNvPr>
          <p:cNvSpPr>
            <a:spLocks noGrp="1"/>
          </p:cNvSpPr>
          <p:nvPr>
            <p:ph type="title"/>
          </p:nvPr>
        </p:nvSpPr>
        <p:spPr>
          <a:xfrm>
            <a:off x="566928" y="1499616"/>
            <a:ext cx="10515600" cy="590931"/>
          </a:xfrm>
        </p:spPr>
        <p:txBody>
          <a:bodyPr>
            <a:spAutoFit/>
          </a:bodyPr>
          <a:lstStyle/>
          <a:p>
            <a:r>
              <a:rPr lang="en-US" dirty="0"/>
              <a:t>Click to edit Master title style</a:t>
            </a:r>
          </a:p>
        </p:txBody>
      </p:sp>
      <p:sp>
        <p:nvSpPr>
          <p:cNvPr id="3" name="Text Placeholder 2">
            <a:extLst>
              <a:ext uri="{FF2B5EF4-FFF2-40B4-BE49-F238E27FC236}">
                <a16:creationId xmlns:a16="http://schemas.microsoft.com/office/drawing/2014/main" id="{9798817A-73B4-F340-8D0E-FB813E55F799}"/>
              </a:ext>
            </a:extLst>
          </p:cNvPr>
          <p:cNvSpPr>
            <a:spLocks noGrp="1"/>
          </p:cNvSpPr>
          <p:nvPr>
            <p:ph type="body" idx="1" hasCustomPrompt="1"/>
          </p:nvPr>
        </p:nvSpPr>
        <p:spPr>
          <a:xfrm>
            <a:off x="566928" y="2185416"/>
            <a:ext cx="5138928" cy="393192"/>
          </a:xfrm>
        </p:spPr>
        <p:txBody>
          <a:bodyPr anchor="t" anchorCtr="0">
            <a:spAutoFit/>
          </a:bodyPr>
          <a:lstStyle>
            <a:lvl1pPr marL="0" indent="0">
              <a:buNone/>
              <a:defRPr sz="1600" b="1"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4" name="Content Placeholder 3">
            <a:extLst>
              <a:ext uri="{FF2B5EF4-FFF2-40B4-BE49-F238E27FC236}">
                <a16:creationId xmlns:a16="http://schemas.microsoft.com/office/drawing/2014/main" id="{B5126641-0094-3D49-865E-3DB9ECAC43C4}"/>
              </a:ext>
            </a:extLst>
          </p:cNvPr>
          <p:cNvSpPr>
            <a:spLocks noGrp="1"/>
          </p:cNvSpPr>
          <p:nvPr>
            <p:ph sz="half" idx="2"/>
          </p:nvPr>
        </p:nvSpPr>
        <p:spPr>
          <a:xfrm>
            <a:off x="566928" y="2593340"/>
            <a:ext cx="5140515" cy="3535744"/>
          </a:xfrm>
        </p:spPr>
        <p:txBody>
          <a:bodyPr/>
          <a:lstStyle>
            <a:lvl1pPr marL="285750" indent="-285750">
              <a:buClr>
                <a:schemeClr val="tx2"/>
              </a:buClr>
              <a:buSzPct val="120000"/>
              <a:buFont typeface="Arial" panose="020B0604020202020204" pitchFamily="34" charset="0"/>
              <a:buChar char="•"/>
              <a:defRPr/>
            </a:lvl1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26E11705-25F9-194A-9D2F-C9FEEA3A5744}"/>
              </a:ext>
            </a:extLst>
          </p:cNvPr>
          <p:cNvSpPr>
            <a:spLocks noGrp="1"/>
          </p:cNvSpPr>
          <p:nvPr>
            <p:ph type="body" sz="quarter" idx="3" hasCustomPrompt="1"/>
          </p:nvPr>
        </p:nvSpPr>
        <p:spPr>
          <a:xfrm>
            <a:off x="6172200" y="2185416"/>
            <a:ext cx="5138928" cy="394980"/>
          </a:xfrm>
        </p:spPr>
        <p:txBody>
          <a:bodyPr anchor="t" anchorCtr="0">
            <a:spAutoFit/>
          </a:bodyPr>
          <a:lstStyle>
            <a:lvl1pPr marL="0" indent="0">
              <a:buNone/>
              <a:defRPr sz="1600" b="1"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6" name="Content Placeholder 5">
            <a:extLst>
              <a:ext uri="{FF2B5EF4-FFF2-40B4-BE49-F238E27FC236}">
                <a16:creationId xmlns:a16="http://schemas.microsoft.com/office/drawing/2014/main" id="{7D978716-6004-6344-B5D2-C780B062C9CF}"/>
              </a:ext>
            </a:extLst>
          </p:cNvPr>
          <p:cNvSpPr>
            <a:spLocks noGrp="1"/>
          </p:cNvSpPr>
          <p:nvPr>
            <p:ph sz="quarter" idx="4"/>
          </p:nvPr>
        </p:nvSpPr>
        <p:spPr>
          <a:xfrm>
            <a:off x="6172200" y="2590800"/>
            <a:ext cx="5138928" cy="3538728"/>
          </a:xfrm>
        </p:spPr>
        <p:txBody>
          <a:bodyPr/>
          <a:lstStyle>
            <a:lvl1pPr marL="285750" indent="-285750">
              <a:buClr>
                <a:schemeClr val="tx2"/>
              </a:buClr>
              <a:buSzPct val="120000"/>
              <a:buFont typeface="Arial" panose="020B0604020202020204" pitchFamily="34" charset="0"/>
              <a:buChar char="•"/>
              <a:defRPr/>
            </a:lvl1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7">
            <a:extLst>
              <a:ext uri="{FF2B5EF4-FFF2-40B4-BE49-F238E27FC236}">
                <a16:creationId xmlns:a16="http://schemas.microsoft.com/office/drawing/2014/main" id="{4BCA91F9-8796-3D42-B75E-9C7F7D9B7352}"/>
              </a:ext>
            </a:extLst>
          </p:cNvPr>
          <p:cNvSpPr>
            <a:spLocks noGrp="1"/>
          </p:cNvSpPr>
          <p:nvPr>
            <p:ph type="ftr" sz="quarter" idx="10"/>
          </p:nvPr>
        </p:nvSpPr>
        <p:spPr/>
        <p:txBody>
          <a:bodyPr/>
          <a:lstStyle/>
          <a:p>
            <a:fld id="{EB53C135-CEC6-A548-8917-8F7FEB82358B}" type="slidenum">
              <a:rPr lang="en-US" smtClean="0"/>
              <a:pPr/>
              <a:t>‹#›</a:t>
            </a:fld>
            <a:endParaRPr lang="en-US" dirty="0"/>
          </a:p>
        </p:txBody>
      </p:sp>
    </p:spTree>
    <p:extLst>
      <p:ext uri="{BB962C8B-B14F-4D97-AF65-F5344CB8AC3E}">
        <p14:creationId xmlns:p14="http://schemas.microsoft.com/office/powerpoint/2010/main" val="3748445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AA2439-3BDA-DB47-AA02-5590274D40F8}"/>
              </a:ext>
            </a:extLst>
          </p:cNvPr>
          <p:cNvSpPr>
            <a:spLocks noGrp="1"/>
          </p:cNvSpPr>
          <p:nvPr>
            <p:ph type="title"/>
          </p:nvPr>
        </p:nvSpPr>
        <p:spPr/>
        <p:txBody>
          <a:bodyPr>
            <a:spAutoFit/>
          </a:bodyPr>
          <a:lstStyle/>
          <a:p>
            <a:r>
              <a:rPr lang="en-US" dirty="0"/>
              <a:t>Click to edit Master title style</a:t>
            </a:r>
          </a:p>
        </p:txBody>
      </p:sp>
      <p:sp>
        <p:nvSpPr>
          <p:cNvPr id="4" name="Footer Placeholder 3">
            <a:extLst>
              <a:ext uri="{FF2B5EF4-FFF2-40B4-BE49-F238E27FC236}">
                <a16:creationId xmlns:a16="http://schemas.microsoft.com/office/drawing/2014/main" id="{19A2EBF7-C6C5-4541-B47E-7FB413A3DF8C}"/>
              </a:ext>
            </a:extLst>
          </p:cNvPr>
          <p:cNvSpPr>
            <a:spLocks noGrp="1"/>
          </p:cNvSpPr>
          <p:nvPr>
            <p:ph type="ftr" sz="quarter" idx="10"/>
          </p:nvPr>
        </p:nvSpPr>
        <p:spPr/>
        <p:txBody>
          <a:bodyPr/>
          <a:lstStyle/>
          <a:p>
            <a:fld id="{EB53C135-CEC6-A548-8917-8F7FEB82358B}" type="slidenum">
              <a:rPr lang="en-US" smtClean="0"/>
              <a:pPr/>
              <a:t>‹#›</a:t>
            </a:fld>
            <a:endParaRPr lang="en-US" dirty="0"/>
          </a:p>
        </p:txBody>
      </p:sp>
    </p:spTree>
    <p:extLst>
      <p:ext uri="{BB962C8B-B14F-4D97-AF65-F5344CB8AC3E}">
        <p14:creationId xmlns:p14="http://schemas.microsoft.com/office/powerpoint/2010/main" val="12092539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43613847-6053-FF4A-A422-D886A866F53F}"/>
              </a:ext>
            </a:extLst>
          </p:cNvPr>
          <p:cNvSpPr>
            <a:spLocks noGrp="1"/>
          </p:cNvSpPr>
          <p:nvPr>
            <p:ph type="ftr" sz="quarter" idx="10"/>
          </p:nvPr>
        </p:nvSpPr>
        <p:spPr/>
        <p:txBody>
          <a:bodyPr/>
          <a:lstStyle/>
          <a:p>
            <a:fld id="{EB53C135-CEC6-A548-8917-8F7FEB82358B}" type="slidenum">
              <a:rPr lang="en-US" smtClean="0"/>
              <a:pPr/>
              <a:t>‹#›</a:t>
            </a:fld>
            <a:endParaRPr lang="en-US" dirty="0"/>
          </a:p>
        </p:txBody>
      </p:sp>
    </p:spTree>
    <p:extLst>
      <p:ext uri="{BB962C8B-B14F-4D97-AF65-F5344CB8AC3E}">
        <p14:creationId xmlns:p14="http://schemas.microsoft.com/office/powerpoint/2010/main" val="425104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and Photo">
    <p:spTree>
      <p:nvGrpSpPr>
        <p:cNvPr id="1" name=""/>
        <p:cNvGrpSpPr/>
        <p:nvPr/>
      </p:nvGrpSpPr>
      <p:grpSpPr>
        <a:xfrm>
          <a:off x="0" y="0"/>
          <a:ext cx="0" cy="0"/>
          <a:chOff x="0" y="0"/>
          <a:chExt cx="0" cy="0"/>
        </a:xfrm>
      </p:grpSpPr>
      <p:sp>
        <p:nvSpPr>
          <p:cNvPr id="5" name="Picture Placeholder 2">
            <a:extLst>
              <a:ext uri="{FF2B5EF4-FFF2-40B4-BE49-F238E27FC236}">
                <a16:creationId xmlns:a16="http://schemas.microsoft.com/office/drawing/2014/main" id="{DC6EF38F-8DF7-3941-B22C-502232E4CB0B}"/>
              </a:ext>
            </a:extLst>
          </p:cNvPr>
          <p:cNvSpPr>
            <a:spLocks noGrp="1" noChangeAspect="1"/>
          </p:cNvSpPr>
          <p:nvPr>
            <p:ph type="pic" idx="13"/>
          </p:nvPr>
        </p:nvSpPr>
        <p:spPr>
          <a:xfrm>
            <a:off x="5098566" y="927100"/>
            <a:ext cx="7093434" cy="5930900"/>
          </a:xfrm>
          <a:prstGeom prst="rect">
            <a:avLst/>
          </a:prstGeom>
          <a:solidFill>
            <a:schemeClr val="bg2">
              <a:lumMod val="75000"/>
            </a:schemeClr>
          </a:solidFill>
          <a:ln>
            <a:noFill/>
          </a:ln>
        </p:spPr>
        <p:txBody>
          <a:bodyPr anchor="t">
            <a:normAutofit/>
          </a:bodyPr>
          <a:lstStyle>
            <a:lvl1pPr marL="0" indent="0" algn="ctr">
              <a:buNone/>
              <a:defRPr sz="1600" b="0" i="0">
                <a:solidFill>
                  <a:schemeClr val="bg1"/>
                </a:solidFill>
                <a:latin typeface="Arial" charset="0"/>
                <a:ea typeface="Arial" charset="0"/>
                <a:cs typeface="Arial" charset="0"/>
              </a:defRPr>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dirty="0"/>
          </a:p>
          <a:p>
            <a:r>
              <a:rPr lang="en-US" dirty="0"/>
              <a:t>Drag picture to placeholder or click icon to add</a:t>
            </a:r>
          </a:p>
        </p:txBody>
      </p:sp>
      <p:sp>
        <p:nvSpPr>
          <p:cNvPr id="2" name="Title 1">
            <a:extLst>
              <a:ext uri="{FF2B5EF4-FFF2-40B4-BE49-F238E27FC236}">
                <a16:creationId xmlns:a16="http://schemas.microsoft.com/office/drawing/2014/main" id="{6D82049F-7F34-5D48-8F72-755B85F3E737}"/>
              </a:ext>
            </a:extLst>
          </p:cNvPr>
          <p:cNvSpPr>
            <a:spLocks noGrp="1"/>
          </p:cNvSpPr>
          <p:nvPr>
            <p:ph type="title"/>
          </p:nvPr>
        </p:nvSpPr>
        <p:spPr>
          <a:xfrm>
            <a:off x="566928" y="1499616"/>
            <a:ext cx="4248912" cy="590931"/>
          </a:xfrm>
        </p:spPr>
        <p:txBody>
          <a:bodyPr/>
          <a:lstStyle/>
          <a:p>
            <a:r>
              <a:rPr lang="en-US" dirty="0"/>
              <a:t>Click to edit</a:t>
            </a:r>
          </a:p>
        </p:txBody>
      </p:sp>
      <p:sp>
        <p:nvSpPr>
          <p:cNvPr id="3" name="Content Placeholder 2">
            <a:extLst>
              <a:ext uri="{FF2B5EF4-FFF2-40B4-BE49-F238E27FC236}">
                <a16:creationId xmlns:a16="http://schemas.microsoft.com/office/drawing/2014/main" id="{5EC46810-DD61-C649-9461-59FA66CD210E}"/>
              </a:ext>
            </a:extLst>
          </p:cNvPr>
          <p:cNvSpPr>
            <a:spLocks noGrp="1"/>
          </p:cNvSpPr>
          <p:nvPr>
            <p:ph idx="1"/>
          </p:nvPr>
        </p:nvSpPr>
        <p:spPr>
          <a:xfrm>
            <a:off x="566928" y="2185416"/>
            <a:ext cx="4248912" cy="3968249"/>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0D8C17C1-D75E-7F4A-895D-15D9E2D1D382}"/>
              </a:ext>
            </a:extLst>
          </p:cNvPr>
          <p:cNvSpPr>
            <a:spLocks noGrp="1"/>
          </p:cNvSpPr>
          <p:nvPr>
            <p:ph type="ftr" sz="quarter" idx="14"/>
          </p:nvPr>
        </p:nvSpPr>
        <p:spPr/>
        <p:txBody>
          <a:bodyPr/>
          <a:lstStyle/>
          <a:p>
            <a:fld id="{EB53C135-CEC6-A548-8917-8F7FEB82358B}" type="slidenum">
              <a:rPr lang="en-US" smtClean="0"/>
              <a:pPr/>
              <a:t>‹#›</a:t>
            </a:fld>
            <a:endParaRPr lang="en-US" dirty="0"/>
          </a:p>
        </p:txBody>
      </p:sp>
    </p:spTree>
    <p:extLst>
      <p:ext uri="{BB962C8B-B14F-4D97-AF65-F5344CB8AC3E}">
        <p14:creationId xmlns:p14="http://schemas.microsoft.com/office/powerpoint/2010/main" val="2716167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and Three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2049F-7F34-5D48-8F72-755B85F3E737}"/>
              </a:ext>
            </a:extLst>
          </p:cNvPr>
          <p:cNvSpPr>
            <a:spLocks noGrp="1"/>
          </p:cNvSpPr>
          <p:nvPr>
            <p:ph type="title"/>
          </p:nvPr>
        </p:nvSpPr>
        <p:spPr>
          <a:xfrm>
            <a:off x="566928" y="1499616"/>
            <a:ext cx="4248912" cy="590931"/>
          </a:xfrm>
        </p:spPr>
        <p:txBody>
          <a:bodyPr/>
          <a:lstStyle/>
          <a:p>
            <a:r>
              <a:rPr lang="en-US" dirty="0"/>
              <a:t>Click to edit</a:t>
            </a:r>
          </a:p>
        </p:txBody>
      </p:sp>
      <p:sp>
        <p:nvSpPr>
          <p:cNvPr id="3" name="Content Placeholder 2">
            <a:extLst>
              <a:ext uri="{FF2B5EF4-FFF2-40B4-BE49-F238E27FC236}">
                <a16:creationId xmlns:a16="http://schemas.microsoft.com/office/drawing/2014/main" id="{5EC46810-DD61-C649-9461-59FA66CD210E}"/>
              </a:ext>
            </a:extLst>
          </p:cNvPr>
          <p:cNvSpPr>
            <a:spLocks noGrp="1"/>
          </p:cNvSpPr>
          <p:nvPr>
            <p:ph idx="1"/>
          </p:nvPr>
        </p:nvSpPr>
        <p:spPr>
          <a:xfrm>
            <a:off x="566928" y="2185416"/>
            <a:ext cx="4248912" cy="3968249"/>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Picture Placeholder 2">
            <a:extLst>
              <a:ext uri="{FF2B5EF4-FFF2-40B4-BE49-F238E27FC236}">
                <a16:creationId xmlns:a16="http://schemas.microsoft.com/office/drawing/2014/main" id="{0CAA554F-B37C-9E47-B5E4-82235D4EC6CD}"/>
              </a:ext>
            </a:extLst>
          </p:cNvPr>
          <p:cNvSpPr>
            <a:spLocks noGrp="1" noChangeAspect="1"/>
          </p:cNvSpPr>
          <p:nvPr>
            <p:ph type="pic" idx="13"/>
          </p:nvPr>
        </p:nvSpPr>
        <p:spPr>
          <a:xfrm>
            <a:off x="5114631" y="934720"/>
            <a:ext cx="7077369" cy="3064678"/>
          </a:xfrm>
          <a:prstGeom prst="rect">
            <a:avLst/>
          </a:prstGeom>
          <a:solidFill>
            <a:schemeClr val="bg2">
              <a:lumMod val="75000"/>
            </a:schemeClr>
          </a:solidFill>
          <a:ln>
            <a:solidFill>
              <a:schemeClr val="bg1"/>
            </a:solidFill>
          </a:ln>
        </p:spPr>
        <p:txBody>
          <a:bodyPr anchor="t">
            <a:normAutofit/>
          </a:bodyPr>
          <a:lstStyle>
            <a:lvl1pPr marL="0" indent="0" algn="ctr">
              <a:buNone/>
              <a:defRPr sz="1600" b="0" i="0">
                <a:solidFill>
                  <a:schemeClr val="bg1"/>
                </a:solidFill>
                <a:latin typeface="Arial" charset="0"/>
                <a:ea typeface="Arial" charset="0"/>
                <a:cs typeface="Arial" charset="0"/>
              </a:defRPr>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dirty="0"/>
          </a:p>
          <a:p>
            <a:r>
              <a:rPr lang="en-US" dirty="0"/>
              <a:t>Drag picture to placeholder or click icon to add</a:t>
            </a:r>
          </a:p>
        </p:txBody>
      </p:sp>
      <p:sp>
        <p:nvSpPr>
          <p:cNvPr id="8" name="Picture Placeholder 2">
            <a:extLst>
              <a:ext uri="{FF2B5EF4-FFF2-40B4-BE49-F238E27FC236}">
                <a16:creationId xmlns:a16="http://schemas.microsoft.com/office/drawing/2014/main" id="{9F5FDDA2-E7AF-294B-ACDF-BDB5997277BC}"/>
              </a:ext>
            </a:extLst>
          </p:cNvPr>
          <p:cNvSpPr>
            <a:spLocks noGrp="1" noChangeAspect="1"/>
          </p:cNvSpPr>
          <p:nvPr>
            <p:ph type="pic" idx="14"/>
          </p:nvPr>
        </p:nvSpPr>
        <p:spPr>
          <a:xfrm>
            <a:off x="5114631" y="3998296"/>
            <a:ext cx="3602522" cy="2857500"/>
          </a:xfrm>
          <a:prstGeom prst="rect">
            <a:avLst/>
          </a:prstGeom>
          <a:solidFill>
            <a:schemeClr val="bg2">
              <a:lumMod val="75000"/>
            </a:schemeClr>
          </a:solidFill>
          <a:ln>
            <a:solidFill>
              <a:schemeClr val="bg1"/>
            </a:solidFill>
          </a:ln>
        </p:spPr>
        <p:txBody>
          <a:bodyPr anchor="t">
            <a:normAutofit/>
          </a:bodyPr>
          <a:lstStyle>
            <a:lvl1pPr marL="0" indent="0" algn="ctr">
              <a:buNone/>
              <a:defRPr sz="1600" b="0" i="0">
                <a:solidFill>
                  <a:schemeClr val="bg1"/>
                </a:solidFill>
                <a:latin typeface="Arial" charset="0"/>
                <a:ea typeface="Arial" charset="0"/>
                <a:cs typeface="Arial" charset="0"/>
              </a:defRPr>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dirty="0"/>
          </a:p>
          <a:p>
            <a:r>
              <a:rPr lang="en-US" dirty="0"/>
              <a:t>Drag picture to placeholder or click icon to add</a:t>
            </a:r>
          </a:p>
        </p:txBody>
      </p:sp>
      <p:sp>
        <p:nvSpPr>
          <p:cNvPr id="9" name="Picture Placeholder 2">
            <a:extLst>
              <a:ext uri="{FF2B5EF4-FFF2-40B4-BE49-F238E27FC236}">
                <a16:creationId xmlns:a16="http://schemas.microsoft.com/office/drawing/2014/main" id="{F2499D1A-BF4E-8444-BF94-86863CA11648}"/>
              </a:ext>
            </a:extLst>
          </p:cNvPr>
          <p:cNvSpPr>
            <a:spLocks noGrp="1" noChangeAspect="1"/>
          </p:cNvSpPr>
          <p:nvPr>
            <p:ph type="pic" idx="15"/>
          </p:nvPr>
        </p:nvSpPr>
        <p:spPr>
          <a:xfrm>
            <a:off x="8701089" y="3998296"/>
            <a:ext cx="3490912" cy="2857500"/>
          </a:xfrm>
          <a:prstGeom prst="rect">
            <a:avLst/>
          </a:prstGeom>
          <a:solidFill>
            <a:schemeClr val="bg2">
              <a:lumMod val="75000"/>
            </a:schemeClr>
          </a:solidFill>
          <a:ln>
            <a:solidFill>
              <a:schemeClr val="bg1"/>
            </a:solidFill>
          </a:ln>
        </p:spPr>
        <p:txBody>
          <a:bodyPr anchor="t">
            <a:normAutofit/>
          </a:bodyPr>
          <a:lstStyle>
            <a:lvl1pPr marL="0" indent="0" algn="ctr">
              <a:buNone/>
              <a:defRPr sz="1600" b="0" i="0">
                <a:solidFill>
                  <a:schemeClr val="bg1"/>
                </a:solidFill>
                <a:latin typeface="Arial" charset="0"/>
                <a:ea typeface="Arial" charset="0"/>
                <a:cs typeface="Arial" charset="0"/>
              </a:defRPr>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dirty="0"/>
          </a:p>
          <a:p>
            <a:r>
              <a:rPr lang="en-US" dirty="0"/>
              <a:t>Drag picture to placeholder or click icon to add</a:t>
            </a:r>
          </a:p>
        </p:txBody>
      </p:sp>
      <p:sp>
        <p:nvSpPr>
          <p:cNvPr id="10" name="Footer Placeholder 9">
            <a:extLst>
              <a:ext uri="{FF2B5EF4-FFF2-40B4-BE49-F238E27FC236}">
                <a16:creationId xmlns:a16="http://schemas.microsoft.com/office/drawing/2014/main" id="{2F90DAFF-101D-E948-A7EE-D57686CEB2DD}"/>
              </a:ext>
            </a:extLst>
          </p:cNvPr>
          <p:cNvSpPr>
            <a:spLocks noGrp="1"/>
          </p:cNvSpPr>
          <p:nvPr>
            <p:ph type="ftr" sz="quarter" idx="16"/>
          </p:nvPr>
        </p:nvSpPr>
        <p:spPr/>
        <p:txBody>
          <a:bodyPr/>
          <a:lstStyle/>
          <a:p>
            <a:fld id="{EB53C135-CEC6-A548-8917-8F7FEB82358B}" type="slidenum">
              <a:rPr lang="en-US" smtClean="0"/>
              <a:pPr/>
              <a:t>‹#›</a:t>
            </a:fld>
            <a:endParaRPr lang="en-US" dirty="0"/>
          </a:p>
        </p:txBody>
      </p:sp>
    </p:spTree>
    <p:extLst>
      <p:ext uri="{BB962C8B-B14F-4D97-AF65-F5344CB8AC3E}">
        <p14:creationId xmlns:p14="http://schemas.microsoft.com/office/powerpoint/2010/main" val="5408519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Full Width Phot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D947F2-B572-1341-97A2-03F799FC1CDE}"/>
              </a:ext>
            </a:extLst>
          </p:cNvPr>
          <p:cNvSpPr>
            <a:spLocks noGrp="1"/>
          </p:cNvSpPr>
          <p:nvPr>
            <p:ph type="title"/>
          </p:nvPr>
        </p:nvSpPr>
        <p:spPr/>
        <p:txBody>
          <a:bodyPr/>
          <a:lstStyle/>
          <a:p>
            <a:r>
              <a:rPr lang="en-US" dirty="0"/>
              <a:t>Click to edit</a:t>
            </a:r>
          </a:p>
        </p:txBody>
      </p:sp>
      <p:sp>
        <p:nvSpPr>
          <p:cNvPr id="3" name="Picture Placeholder 2">
            <a:extLst>
              <a:ext uri="{FF2B5EF4-FFF2-40B4-BE49-F238E27FC236}">
                <a16:creationId xmlns:a16="http://schemas.microsoft.com/office/drawing/2014/main" id="{CB21EA68-2B0A-7648-9710-0081FFDD7D68}"/>
              </a:ext>
            </a:extLst>
          </p:cNvPr>
          <p:cNvSpPr>
            <a:spLocks noGrp="1" noChangeAspect="1"/>
          </p:cNvSpPr>
          <p:nvPr>
            <p:ph type="pic" idx="13"/>
          </p:nvPr>
        </p:nvSpPr>
        <p:spPr>
          <a:xfrm>
            <a:off x="0" y="927100"/>
            <a:ext cx="12192000" cy="5930900"/>
          </a:xfrm>
          <a:prstGeom prst="rect">
            <a:avLst/>
          </a:prstGeom>
          <a:solidFill>
            <a:schemeClr val="bg2">
              <a:lumMod val="75000"/>
            </a:schemeClr>
          </a:solidFill>
          <a:ln>
            <a:noFill/>
          </a:ln>
        </p:spPr>
        <p:txBody>
          <a:bodyPr anchor="t">
            <a:normAutofit/>
          </a:bodyPr>
          <a:lstStyle>
            <a:lvl1pPr marL="0" indent="0" algn="ctr">
              <a:buNone/>
              <a:defRPr sz="1600" b="0" i="0">
                <a:solidFill>
                  <a:schemeClr val="bg1"/>
                </a:solidFill>
                <a:latin typeface="Arial" charset="0"/>
                <a:ea typeface="Arial" charset="0"/>
                <a:cs typeface="Arial" charset="0"/>
              </a:defRPr>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dirty="0"/>
          </a:p>
          <a:p>
            <a:r>
              <a:rPr lang="en-US" dirty="0"/>
              <a:t>Drag picture to placeholder or click icon to add</a:t>
            </a:r>
          </a:p>
        </p:txBody>
      </p:sp>
      <p:sp>
        <p:nvSpPr>
          <p:cNvPr id="5" name="Footer Placeholder 4">
            <a:extLst>
              <a:ext uri="{FF2B5EF4-FFF2-40B4-BE49-F238E27FC236}">
                <a16:creationId xmlns:a16="http://schemas.microsoft.com/office/drawing/2014/main" id="{7D1C2F5B-0BEC-1B48-AF19-F70CBF88DDD2}"/>
              </a:ext>
            </a:extLst>
          </p:cNvPr>
          <p:cNvSpPr>
            <a:spLocks noGrp="1"/>
          </p:cNvSpPr>
          <p:nvPr>
            <p:ph type="ftr" sz="quarter" idx="14"/>
          </p:nvPr>
        </p:nvSpPr>
        <p:spPr/>
        <p:txBody>
          <a:bodyPr/>
          <a:lstStyle/>
          <a:p>
            <a:fld id="{EB53C135-CEC6-A548-8917-8F7FEB82358B}" type="slidenum">
              <a:rPr lang="en-US" smtClean="0"/>
              <a:pPr/>
              <a:t>‹#›</a:t>
            </a:fld>
            <a:endParaRPr lang="en-US" dirty="0"/>
          </a:p>
        </p:txBody>
      </p:sp>
    </p:spTree>
    <p:extLst>
      <p:ext uri="{BB962C8B-B14F-4D97-AF65-F5344CB8AC3E}">
        <p14:creationId xmlns:p14="http://schemas.microsoft.com/office/powerpoint/2010/main" val="27604589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and Graph">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2049F-7F34-5D48-8F72-755B85F3E737}"/>
              </a:ext>
            </a:extLst>
          </p:cNvPr>
          <p:cNvSpPr>
            <a:spLocks noGrp="1"/>
          </p:cNvSpPr>
          <p:nvPr>
            <p:ph type="title"/>
          </p:nvPr>
        </p:nvSpPr>
        <p:spPr>
          <a:xfrm>
            <a:off x="566928" y="1499616"/>
            <a:ext cx="4248912" cy="590931"/>
          </a:xfrm>
        </p:spPr>
        <p:txBody>
          <a:bodyPr/>
          <a:lstStyle/>
          <a:p>
            <a:r>
              <a:rPr lang="en-US" dirty="0"/>
              <a:t>Click to edit</a:t>
            </a:r>
          </a:p>
        </p:txBody>
      </p:sp>
      <p:sp>
        <p:nvSpPr>
          <p:cNvPr id="3" name="Content Placeholder 2">
            <a:extLst>
              <a:ext uri="{FF2B5EF4-FFF2-40B4-BE49-F238E27FC236}">
                <a16:creationId xmlns:a16="http://schemas.microsoft.com/office/drawing/2014/main" id="{5EC46810-DD61-C649-9461-59FA66CD210E}"/>
              </a:ext>
            </a:extLst>
          </p:cNvPr>
          <p:cNvSpPr>
            <a:spLocks noGrp="1"/>
          </p:cNvSpPr>
          <p:nvPr>
            <p:ph idx="1"/>
          </p:nvPr>
        </p:nvSpPr>
        <p:spPr>
          <a:xfrm>
            <a:off x="566928" y="2185416"/>
            <a:ext cx="4248912" cy="3968249"/>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hart Placeholder 2">
            <a:extLst>
              <a:ext uri="{FF2B5EF4-FFF2-40B4-BE49-F238E27FC236}">
                <a16:creationId xmlns:a16="http://schemas.microsoft.com/office/drawing/2014/main" id="{7B782143-2792-E14B-AE51-0FFA9028EB8A}"/>
              </a:ext>
            </a:extLst>
          </p:cNvPr>
          <p:cNvSpPr>
            <a:spLocks noGrp="1"/>
          </p:cNvSpPr>
          <p:nvPr>
            <p:ph type="chart" sz="quarter" idx="16"/>
          </p:nvPr>
        </p:nvSpPr>
        <p:spPr>
          <a:xfrm>
            <a:off x="5161935" y="1976285"/>
            <a:ext cx="6325152" cy="3967316"/>
          </a:xfrm>
          <a:prstGeom prst="rect">
            <a:avLst/>
          </a:prstGeom>
          <a:solidFill>
            <a:schemeClr val="bg2">
              <a:lumMod val="75000"/>
            </a:schemeClr>
          </a:solidFill>
          <a:ln>
            <a:noFill/>
          </a:ln>
        </p:spPr>
        <p:style>
          <a:lnRef idx="1">
            <a:schemeClr val="accent3"/>
          </a:lnRef>
          <a:fillRef idx="2">
            <a:schemeClr val="accent3"/>
          </a:fillRef>
          <a:effectRef idx="1">
            <a:schemeClr val="accent3"/>
          </a:effectRef>
          <a:fontRef idx="none"/>
        </p:style>
        <p:txBody>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1600" baseline="0">
                <a:solidFill>
                  <a:schemeClr val="bg1"/>
                </a:solidFill>
                <a:latin typeface="Arial" charset="0"/>
                <a:ea typeface="Arial" charset="0"/>
                <a:cs typeface="Arial" charset="0"/>
              </a:defRPr>
            </a:lvl1pPr>
          </a:lstStyle>
          <a:p>
            <a:endParaRPr lang="en-US" dirty="0"/>
          </a:p>
          <a:p>
            <a:r>
              <a:rPr lang="en-US" dirty="0"/>
              <a:t>Drag chart to placeholder or click icon to add chart</a:t>
            </a:r>
          </a:p>
          <a:p>
            <a:endParaRPr lang="en-US" dirty="0"/>
          </a:p>
        </p:txBody>
      </p:sp>
      <p:sp>
        <p:nvSpPr>
          <p:cNvPr id="8" name="Footer Placeholder 7">
            <a:extLst>
              <a:ext uri="{FF2B5EF4-FFF2-40B4-BE49-F238E27FC236}">
                <a16:creationId xmlns:a16="http://schemas.microsoft.com/office/drawing/2014/main" id="{EEFBFC18-7AE9-1C44-9039-61F804A6140A}"/>
              </a:ext>
            </a:extLst>
          </p:cNvPr>
          <p:cNvSpPr>
            <a:spLocks noGrp="1"/>
          </p:cNvSpPr>
          <p:nvPr>
            <p:ph type="ftr" sz="quarter" idx="17"/>
          </p:nvPr>
        </p:nvSpPr>
        <p:spPr/>
        <p:txBody>
          <a:bodyPr/>
          <a:lstStyle/>
          <a:p>
            <a:fld id="{EB53C135-CEC6-A548-8917-8F7FEB82358B}" type="slidenum">
              <a:rPr lang="en-US" smtClean="0"/>
              <a:pPr/>
              <a:t>‹#›</a:t>
            </a:fld>
            <a:endParaRPr lang="en-US" dirty="0"/>
          </a:p>
        </p:txBody>
      </p:sp>
    </p:spTree>
    <p:extLst>
      <p:ext uri="{BB962C8B-B14F-4D97-AF65-F5344CB8AC3E}">
        <p14:creationId xmlns:p14="http://schemas.microsoft.com/office/powerpoint/2010/main" val="6124946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21614BA-85C5-BA49-A402-F7BCCCDB2C4F}"/>
              </a:ext>
            </a:extLst>
          </p:cNvPr>
          <p:cNvSpPr>
            <a:spLocks noGrp="1"/>
          </p:cNvSpPr>
          <p:nvPr>
            <p:ph type="title"/>
          </p:nvPr>
        </p:nvSpPr>
        <p:spPr>
          <a:xfrm>
            <a:off x="566928" y="1499616"/>
            <a:ext cx="10515600" cy="590931"/>
          </a:xfrm>
          <a:prstGeom prst="rect">
            <a:avLst/>
          </a:prstGeom>
        </p:spPr>
        <p:txBody>
          <a:bodyPr vert="horz" lIns="91440" tIns="45720" rIns="91440" bIns="45720" rtlCol="0" anchor="b" anchorCtr="0">
            <a:spAutoFit/>
          </a:bodyPr>
          <a:lstStyle/>
          <a:p>
            <a:r>
              <a:rPr lang="en-US" dirty="0"/>
              <a:t>Click to edit Master title style</a:t>
            </a:r>
          </a:p>
        </p:txBody>
      </p:sp>
      <p:sp>
        <p:nvSpPr>
          <p:cNvPr id="3" name="Text Placeholder 2">
            <a:extLst>
              <a:ext uri="{FF2B5EF4-FFF2-40B4-BE49-F238E27FC236}">
                <a16:creationId xmlns:a16="http://schemas.microsoft.com/office/drawing/2014/main" id="{C6A66ADF-AEA5-DC4B-841D-168372B891D6}"/>
              </a:ext>
            </a:extLst>
          </p:cNvPr>
          <p:cNvSpPr>
            <a:spLocks noGrp="1"/>
          </p:cNvSpPr>
          <p:nvPr>
            <p:ph type="body" idx="1"/>
          </p:nvPr>
        </p:nvSpPr>
        <p:spPr>
          <a:xfrm>
            <a:off x="566928" y="2185416"/>
            <a:ext cx="10515600" cy="3968249"/>
          </a:xfrm>
          <a:prstGeom prst="rect">
            <a:avLst/>
          </a:prstGeom>
        </p:spPr>
        <p:txBody>
          <a:bodyPr vert="horz" lIns="91440" tIns="45720" rIns="91440" bIns="45720" rtlCol="0">
            <a:no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9" name="Picture 8" descr="University at Buffalo, The State University of New York logo">
            <a:extLst>
              <a:ext uri="{FF2B5EF4-FFF2-40B4-BE49-F238E27FC236}">
                <a16:creationId xmlns:a16="http://schemas.microsoft.com/office/drawing/2014/main" id="{27B0F206-4721-B742-B71F-C0AADA23A984}"/>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355600" y="321146"/>
            <a:ext cx="4800600" cy="356029"/>
          </a:xfrm>
          <a:prstGeom prst="rect">
            <a:avLst/>
          </a:prstGeom>
        </p:spPr>
      </p:pic>
      <p:sp>
        <p:nvSpPr>
          <p:cNvPr id="5" name="Footer Placeholder 4">
            <a:extLst>
              <a:ext uri="{FF2B5EF4-FFF2-40B4-BE49-F238E27FC236}">
                <a16:creationId xmlns:a16="http://schemas.microsoft.com/office/drawing/2014/main" id="{0BD4790E-48FE-324B-A4AD-34E3A7792E59}"/>
              </a:ext>
            </a:extLst>
          </p:cNvPr>
          <p:cNvSpPr>
            <a:spLocks noGrp="1"/>
          </p:cNvSpPr>
          <p:nvPr>
            <p:ph type="ftr" sz="quarter" idx="3"/>
          </p:nvPr>
        </p:nvSpPr>
        <p:spPr>
          <a:xfrm>
            <a:off x="7574280" y="6319774"/>
            <a:ext cx="4114800" cy="365125"/>
          </a:xfrm>
          <a:prstGeom prst="rect">
            <a:avLst/>
          </a:prstGeom>
        </p:spPr>
        <p:txBody>
          <a:bodyPr vert="horz" lIns="91440" tIns="45720" rIns="91440" bIns="45720" rtlCol="0" anchor="ctr"/>
          <a:lstStyle>
            <a:lvl1pPr algn="r">
              <a:defRPr sz="1600" b="1">
                <a:solidFill>
                  <a:schemeClr val="tx1"/>
                </a:solidFill>
              </a:defRPr>
            </a:lvl1pPr>
          </a:lstStyle>
          <a:p>
            <a:fld id="{EB53C135-CEC6-A548-8917-8F7FEB82358B}" type="slidenum">
              <a:rPr lang="en-US" smtClean="0"/>
              <a:pPr/>
              <a:t>‹#›</a:t>
            </a:fld>
            <a:endParaRPr lang="en-US" dirty="0"/>
          </a:p>
        </p:txBody>
      </p:sp>
    </p:spTree>
    <p:extLst>
      <p:ext uri="{BB962C8B-B14F-4D97-AF65-F5344CB8AC3E}">
        <p14:creationId xmlns:p14="http://schemas.microsoft.com/office/powerpoint/2010/main" val="2937971482"/>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50" r:id="rId3"/>
    <p:sldLayoutId id="2147483664" r:id="rId4"/>
    <p:sldLayoutId id="2147483652" r:id="rId5"/>
    <p:sldLayoutId id="2147483653" r:id="rId6"/>
    <p:sldLayoutId id="2147483654" r:id="rId7"/>
    <p:sldLayoutId id="2147483655" r:id="rId8"/>
    <p:sldLayoutId id="2147483665" r:id="rId9"/>
    <p:sldLayoutId id="2147483666" r:id="rId10"/>
    <p:sldLayoutId id="2147483660" r:id="rId11"/>
    <p:sldLayoutId id="2147483667" r:id="rId12"/>
  </p:sldLayoutIdLst>
  <p:hf hdr="0" dt="0"/>
  <p:txStyles>
    <p:titleStyle>
      <a:lvl1pPr algn="l" defTabSz="914400" rtl="0" eaLnBrk="1" latinLnBrk="0" hangingPunct="1">
        <a:lnSpc>
          <a:spcPct val="90000"/>
        </a:lnSpc>
        <a:spcBef>
          <a:spcPct val="0"/>
        </a:spcBef>
        <a:buNone/>
        <a:defRPr sz="3600" b="0" i="0" kern="1200">
          <a:solidFill>
            <a:schemeClr val="tx2"/>
          </a:solidFill>
          <a:latin typeface="Georgia" panose="02040502050405020303" pitchFamily="18" charset="0"/>
          <a:ea typeface="+mj-ea"/>
          <a:cs typeface="+mj-cs"/>
        </a:defRPr>
      </a:lvl1pPr>
    </p:titleStyle>
    <p:bodyStyle>
      <a:lvl1pPr marL="228600" indent="-228600" algn="l" defTabSz="914400" rtl="0" eaLnBrk="1" latinLnBrk="0" hangingPunct="1">
        <a:lnSpc>
          <a:spcPct val="130000"/>
        </a:lnSpc>
        <a:spcBef>
          <a:spcPts val="600"/>
        </a:spcBef>
        <a:buClr>
          <a:schemeClr val="tx2"/>
        </a:buClr>
        <a:buSzPct val="120000"/>
        <a:buFont typeface="Arial" panose="020B0604020202020204" pitchFamily="34" charset="0"/>
        <a:buChar char="•"/>
        <a:defRPr sz="1800" kern="1200">
          <a:solidFill>
            <a:schemeClr val="tx1"/>
          </a:solidFill>
          <a:latin typeface="+mn-lt"/>
          <a:ea typeface="+mn-ea"/>
          <a:cs typeface="+mn-cs"/>
        </a:defRPr>
      </a:lvl1pPr>
      <a:lvl2pPr marL="685800" indent="-182880" algn="l" defTabSz="914400" rtl="0" eaLnBrk="1" latinLnBrk="0" hangingPunct="1">
        <a:lnSpc>
          <a:spcPct val="130000"/>
        </a:lnSpc>
        <a:spcBef>
          <a:spcPts val="600"/>
        </a:spcBef>
        <a:buClr>
          <a:schemeClr val="tx2"/>
        </a:buClr>
        <a:buSzPct val="120000"/>
        <a:buFont typeface="System Font Regular"/>
        <a:buChar char="-"/>
        <a:defRPr sz="1800" kern="1200">
          <a:solidFill>
            <a:schemeClr val="tx1"/>
          </a:solidFill>
          <a:latin typeface="+mn-lt"/>
          <a:ea typeface="+mn-ea"/>
          <a:cs typeface="+mn-cs"/>
        </a:defRPr>
      </a:lvl2pPr>
      <a:lvl3pPr marL="1143000" indent="-182880" algn="l" defTabSz="914400" rtl="0" eaLnBrk="1" latinLnBrk="0" hangingPunct="1">
        <a:lnSpc>
          <a:spcPct val="130000"/>
        </a:lnSpc>
        <a:spcBef>
          <a:spcPts val="600"/>
        </a:spcBef>
        <a:buClr>
          <a:schemeClr val="tx2"/>
        </a:buClr>
        <a:buSzPct val="120000"/>
        <a:buFont typeface="System Font Regular"/>
        <a:buChar char="-"/>
        <a:defRPr sz="1800" kern="1200">
          <a:solidFill>
            <a:schemeClr val="tx1"/>
          </a:solidFill>
          <a:latin typeface="+mn-lt"/>
          <a:ea typeface="+mn-ea"/>
          <a:cs typeface="+mn-cs"/>
        </a:defRPr>
      </a:lvl3pPr>
      <a:lvl4pPr marL="1600200" indent="-182880" algn="l" defTabSz="914400" rtl="0" eaLnBrk="1" latinLnBrk="0" hangingPunct="1">
        <a:lnSpc>
          <a:spcPct val="130000"/>
        </a:lnSpc>
        <a:spcBef>
          <a:spcPts val="600"/>
        </a:spcBef>
        <a:buClr>
          <a:schemeClr val="tx2"/>
        </a:buClr>
        <a:buSzPct val="120000"/>
        <a:buFont typeface="System Font Regular"/>
        <a:buChar char="-"/>
        <a:defRPr sz="1800" kern="1200">
          <a:solidFill>
            <a:schemeClr val="tx1"/>
          </a:solidFill>
          <a:latin typeface="+mn-lt"/>
          <a:ea typeface="+mn-ea"/>
          <a:cs typeface="+mn-cs"/>
        </a:defRPr>
      </a:lvl4pPr>
      <a:lvl5pPr marL="2057400" indent="-182880" algn="l" defTabSz="914400" rtl="0" eaLnBrk="1" latinLnBrk="0" hangingPunct="1">
        <a:lnSpc>
          <a:spcPct val="130000"/>
        </a:lnSpc>
        <a:spcBef>
          <a:spcPts val="600"/>
        </a:spcBef>
        <a:buClr>
          <a:schemeClr val="tx2"/>
        </a:buClr>
        <a:buSzPct val="120000"/>
        <a:buFont typeface="System Font Regular"/>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6.png"/><Relationship Id="rId1" Type="http://schemas.openxmlformats.org/officeDocument/2006/relationships/slideLayout" Target="../slideLayouts/slideLayout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Presentation Title">
            <a:extLst>
              <a:ext uri="{FF2B5EF4-FFF2-40B4-BE49-F238E27FC236}">
                <a16:creationId xmlns:a16="http://schemas.microsoft.com/office/drawing/2014/main" id="{1089AC9A-5D7D-5A4C-8605-7607252D4FA1}"/>
              </a:ext>
            </a:extLst>
          </p:cNvPr>
          <p:cNvSpPr>
            <a:spLocks noGrp="1"/>
          </p:cNvSpPr>
          <p:nvPr>
            <p:ph type="ctrTitle"/>
          </p:nvPr>
        </p:nvSpPr>
        <p:spPr>
          <a:xfrm>
            <a:off x="426597" y="1052052"/>
            <a:ext cx="6498922" cy="4445617"/>
          </a:xfrm>
        </p:spPr>
        <p:txBody>
          <a:bodyPr/>
          <a:lstStyle/>
          <a:p>
            <a:r>
              <a:rPr lang="en-IN" sz="4800" dirty="0"/>
              <a:t>AI-BASED MEDICAL REPORT ANALYSIS AND HEALTH INFORMATION SYSTEM</a:t>
            </a:r>
            <a:endParaRPr lang="en-US" sz="4800" dirty="0">
              <a:latin typeface="Times New Roman" panose="02020603050405020304" pitchFamily="18" charset="0"/>
              <a:cs typeface="Times New Roman" panose="02020603050405020304" pitchFamily="18" charset="0"/>
            </a:endParaRPr>
          </a:p>
        </p:txBody>
      </p:sp>
      <p:sp>
        <p:nvSpPr>
          <p:cNvPr id="8" name="Rectangle 7">
            <a:extLst>
              <a:ext uri="{FF2B5EF4-FFF2-40B4-BE49-F238E27FC236}">
                <a16:creationId xmlns:a16="http://schemas.microsoft.com/office/drawing/2014/main" id="{E47CE931-39E1-850E-41A2-9B323EFA2783}"/>
              </a:ext>
            </a:extLst>
          </p:cNvPr>
          <p:cNvSpPr/>
          <p:nvPr/>
        </p:nvSpPr>
        <p:spPr>
          <a:xfrm>
            <a:off x="7355840" y="619760"/>
            <a:ext cx="4836160" cy="6238240"/>
          </a:xfrm>
          <a:prstGeom prst="rect">
            <a:avLst/>
          </a:prstGeom>
          <a:solidFill>
            <a:schemeClr val="accent1"/>
          </a:solidFill>
          <a:effectLst>
            <a:softEdge rad="3175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26" name="Picture 2" descr="Knowledge Institute of Technology – Salem Tamilnadu">
            <a:extLst>
              <a:ext uri="{FF2B5EF4-FFF2-40B4-BE49-F238E27FC236}">
                <a16:creationId xmlns:a16="http://schemas.microsoft.com/office/drawing/2014/main" id="{738880D4-E34B-E552-59E7-F03949CCE88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18780" y="1590390"/>
            <a:ext cx="3479958" cy="3479958"/>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3F1A4ABE-3FDA-6EFC-91AC-72D2BF3BD196}"/>
              </a:ext>
            </a:extLst>
          </p:cNvPr>
          <p:cNvSpPr/>
          <p:nvPr/>
        </p:nvSpPr>
        <p:spPr>
          <a:xfrm>
            <a:off x="0" y="5924991"/>
            <a:ext cx="12192000" cy="9330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2400" b="1" dirty="0">
                <a:solidFill>
                  <a:schemeClr val="bg1"/>
                </a:solidFill>
              </a:rPr>
              <a:t> KNOWLEDGE INSTITUTE OF TECHNOLOGY</a:t>
            </a:r>
          </a:p>
        </p:txBody>
      </p:sp>
    </p:spTree>
    <p:extLst>
      <p:ext uri="{BB962C8B-B14F-4D97-AF65-F5344CB8AC3E}">
        <p14:creationId xmlns:p14="http://schemas.microsoft.com/office/powerpoint/2010/main" val="4078184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Slide Number">
            <a:extLst>
              <a:ext uri="{FF2B5EF4-FFF2-40B4-BE49-F238E27FC236}">
                <a16:creationId xmlns:a16="http://schemas.microsoft.com/office/drawing/2014/main" id="{4603F0F3-CF76-774D-86D8-DB88B362524A}"/>
              </a:ext>
            </a:extLst>
          </p:cNvPr>
          <p:cNvSpPr>
            <a:spLocks noGrp="1"/>
          </p:cNvSpPr>
          <p:nvPr>
            <p:ph type="ftr" sz="quarter" idx="10"/>
          </p:nvPr>
        </p:nvSpPr>
        <p:spPr/>
        <p:txBody>
          <a:bodyPr/>
          <a:lstStyle/>
          <a:p>
            <a:fld id="{2E1B3BED-EDDA-2E42-813F-F157009AF3C2}" type="slidenum">
              <a:rPr lang="en-US" smtClean="0"/>
              <a:t>2</a:t>
            </a:fld>
            <a:endParaRPr lang="en-US" dirty="0"/>
          </a:p>
        </p:txBody>
      </p:sp>
      <p:sp>
        <p:nvSpPr>
          <p:cNvPr id="9" name="Content Placeholder 8">
            <a:extLst>
              <a:ext uri="{FF2B5EF4-FFF2-40B4-BE49-F238E27FC236}">
                <a16:creationId xmlns:a16="http://schemas.microsoft.com/office/drawing/2014/main" id="{4D6A913C-1F80-C2E7-2C11-FAC7D7E5E2BC}"/>
              </a:ext>
            </a:extLst>
          </p:cNvPr>
          <p:cNvSpPr>
            <a:spLocks noGrp="1"/>
          </p:cNvSpPr>
          <p:nvPr>
            <p:ph idx="1"/>
          </p:nvPr>
        </p:nvSpPr>
        <p:spPr>
          <a:xfrm>
            <a:off x="566928" y="1477108"/>
            <a:ext cx="10799411" cy="5352597"/>
          </a:xfrm>
        </p:spPr>
        <p:txBody>
          <a:bodyPr/>
          <a:lstStyle/>
          <a:p>
            <a:pPr>
              <a:lnSpc>
                <a:spcPct val="100000"/>
              </a:lnSpc>
            </a:pPr>
            <a:r>
              <a:rPr lang="en-IN" sz="2400" b="1" dirty="0"/>
              <a:t>OBJECTIVE</a:t>
            </a:r>
          </a:p>
          <a:p>
            <a:pPr lvl="0">
              <a:lnSpc>
                <a:spcPct val="100000"/>
              </a:lnSpc>
            </a:pPr>
            <a:r>
              <a:rPr lang="en-IN" sz="2400" dirty="0"/>
              <a:t>Develop an AI-assisted healthcare information system. </a:t>
            </a:r>
          </a:p>
          <a:p>
            <a:pPr lvl="0">
              <a:lnSpc>
                <a:spcPct val="100000"/>
              </a:lnSpc>
            </a:pPr>
            <a:r>
              <a:rPr lang="en-IN" sz="2400" dirty="0"/>
              <a:t>Simplify medical report understanding and interpretation. </a:t>
            </a:r>
          </a:p>
          <a:p>
            <a:pPr lvl="0">
              <a:lnSpc>
                <a:spcPct val="100000"/>
              </a:lnSpc>
            </a:pPr>
            <a:r>
              <a:rPr lang="en-IN" sz="2400" dirty="0"/>
              <a:t>Provide general health information and image observation support. </a:t>
            </a:r>
          </a:p>
          <a:p>
            <a:pPr>
              <a:lnSpc>
                <a:spcPct val="100000"/>
              </a:lnSpc>
            </a:pPr>
            <a:r>
              <a:rPr lang="en-IN" sz="2400" b="1" dirty="0"/>
              <a:t>SOLUTION</a:t>
            </a:r>
          </a:p>
          <a:p>
            <a:pPr lvl="0">
              <a:lnSpc>
                <a:spcPct val="100000"/>
              </a:lnSpc>
            </a:pPr>
            <a:r>
              <a:rPr lang="en-IN" sz="2400" dirty="0"/>
              <a:t>Uses React, Node.js and Express for system development. </a:t>
            </a:r>
          </a:p>
          <a:p>
            <a:pPr lvl="0">
              <a:lnSpc>
                <a:spcPct val="100000"/>
              </a:lnSpc>
            </a:pPr>
            <a:r>
              <a:rPr lang="en-IN" sz="2400" dirty="0"/>
              <a:t>Uses Firebase, Tesseract.js and </a:t>
            </a:r>
            <a:r>
              <a:rPr lang="en-IN" sz="2400" dirty="0" err="1"/>
              <a:t>Groq</a:t>
            </a:r>
            <a:r>
              <a:rPr lang="en-IN" sz="2400" dirty="0"/>
              <a:t>-based AI services. </a:t>
            </a:r>
          </a:p>
          <a:p>
            <a:pPr lvl="0">
              <a:lnSpc>
                <a:spcPct val="100000"/>
              </a:lnSpc>
            </a:pPr>
            <a:r>
              <a:rPr lang="en-IN" sz="2400" dirty="0"/>
              <a:t>Uploads, processes, analyses and explains medical reports. </a:t>
            </a:r>
          </a:p>
          <a:p>
            <a:pPr>
              <a:lnSpc>
                <a:spcPct val="100000"/>
              </a:lnSpc>
            </a:pPr>
            <a:r>
              <a:rPr lang="en-IN" sz="2400" b="1" dirty="0"/>
              <a:t>IMPACT</a:t>
            </a:r>
          </a:p>
          <a:p>
            <a:pPr lvl="0">
              <a:lnSpc>
                <a:spcPct val="100000"/>
              </a:lnSpc>
            </a:pPr>
            <a:r>
              <a:rPr lang="en-IN" sz="2400" dirty="0"/>
              <a:t>Simplifies complex medical information for users. </a:t>
            </a:r>
          </a:p>
          <a:p>
            <a:pPr lvl="0">
              <a:lnSpc>
                <a:spcPct val="100000"/>
              </a:lnSpc>
            </a:pPr>
            <a:r>
              <a:rPr lang="en-IN" sz="2400" dirty="0"/>
              <a:t>Supports OCR, chatbot, English/Tamil and medical image observation. </a:t>
            </a:r>
          </a:p>
          <a:p>
            <a:pPr lvl="0">
              <a:lnSpc>
                <a:spcPct val="100000"/>
              </a:lnSpc>
            </a:pPr>
            <a:r>
              <a:rPr lang="en-IN" sz="2400" dirty="0"/>
              <a:t>Provides report history and downloadable PDF analysis.</a:t>
            </a:r>
          </a:p>
        </p:txBody>
      </p:sp>
      <p:sp>
        <p:nvSpPr>
          <p:cNvPr id="10" name="Rectangle 9">
            <a:extLst>
              <a:ext uri="{FF2B5EF4-FFF2-40B4-BE49-F238E27FC236}">
                <a16:creationId xmlns:a16="http://schemas.microsoft.com/office/drawing/2014/main" id="{8C0A6794-0D44-2C2B-8DDD-F20A931F4B30}"/>
              </a:ext>
            </a:extLst>
          </p:cNvPr>
          <p:cNvSpPr/>
          <p:nvPr/>
        </p:nvSpPr>
        <p:spPr>
          <a:xfrm>
            <a:off x="0" y="12699"/>
            <a:ext cx="12192000" cy="9330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2400" b="1" dirty="0">
                <a:solidFill>
                  <a:schemeClr val="bg1"/>
                </a:solidFill>
              </a:rPr>
              <a:t> KNOWLEDGE INSTITUTE OF TECHNOLOGY</a:t>
            </a:r>
          </a:p>
        </p:txBody>
      </p:sp>
      <p:pic>
        <p:nvPicPr>
          <p:cNvPr id="11" name="Picture 2" descr="Knowledge Institute of Technology – Salem Tamilnadu">
            <a:extLst>
              <a:ext uri="{FF2B5EF4-FFF2-40B4-BE49-F238E27FC236}">
                <a16:creationId xmlns:a16="http://schemas.microsoft.com/office/drawing/2014/main" id="{109FAC87-EA26-5E89-32E8-FD96E222C8D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81663" y="28295"/>
            <a:ext cx="892617" cy="8926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168065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93BEC0A6-A5CE-914E-9A9E-BB0E40137093}"/>
              </a:ext>
            </a:extLst>
          </p:cNvPr>
          <p:cNvSpPr>
            <a:spLocks noGrp="1"/>
          </p:cNvSpPr>
          <p:nvPr>
            <p:ph type="title"/>
          </p:nvPr>
        </p:nvSpPr>
        <p:spPr>
          <a:xfrm>
            <a:off x="406907" y="920913"/>
            <a:ext cx="10515600" cy="625183"/>
          </a:xfrm>
        </p:spPr>
        <p:txBody>
          <a:bodyPr/>
          <a:lstStyle/>
          <a:p>
            <a:r>
              <a:rPr lang="en-US" dirty="0"/>
              <a:t>Engineering Design Process</a:t>
            </a:r>
          </a:p>
        </p:txBody>
      </p:sp>
      <p:sp>
        <p:nvSpPr>
          <p:cNvPr id="3" name="Side Text - Column 1">
            <a:extLst>
              <a:ext uri="{FF2B5EF4-FFF2-40B4-BE49-F238E27FC236}">
                <a16:creationId xmlns:a16="http://schemas.microsoft.com/office/drawing/2014/main" id="{38025F87-E395-E545-BB3A-BF62703CCBBB}"/>
              </a:ext>
            </a:extLst>
          </p:cNvPr>
          <p:cNvSpPr>
            <a:spLocks noGrp="1"/>
          </p:cNvSpPr>
          <p:nvPr>
            <p:ph sz="half" idx="1"/>
          </p:nvPr>
        </p:nvSpPr>
        <p:spPr>
          <a:xfrm>
            <a:off x="386906" y="1570892"/>
            <a:ext cx="12192000" cy="4748882"/>
          </a:xfrm>
        </p:spPr>
        <p:txBody>
          <a:bodyPr/>
          <a:lstStyle/>
          <a:p>
            <a:pPr>
              <a:lnSpc>
                <a:spcPct val="100000"/>
              </a:lnSpc>
            </a:pPr>
            <a:r>
              <a:rPr lang="en-IN" sz="2000" b="1" dirty="0"/>
              <a:t>REQUIREMENT &amp; PLANNING</a:t>
            </a:r>
          </a:p>
          <a:p>
            <a:pPr lvl="0">
              <a:lnSpc>
                <a:spcPct val="100000"/>
              </a:lnSpc>
            </a:pPr>
            <a:r>
              <a:rPr lang="en-IN" sz="2000" dirty="0"/>
              <a:t>Identified medical report understanding challenges and defined system requirements. </a:t>
            </a:r>
          </a:p>
          <a:p>
            <a:pPr lvl="0">
              <a:lnSpc>
                <a:spcPct val="100000"/>
              </a:lnSpc>
            </a:pPr>
            <a:r>
              <a:rPr lang="en-IN" sz="2000" dirty="0"/>
              <a:t>Planned OCR, AI analysis, multilingual support and </a:t>
            </a:r>
            <a:r>
              <a:rPr lang="en-IN" sz="2000" dirty="0" err="1"/>
              <a:t>HealthAI</a:t>
            </a:r>
            <a:r>
              <a:rPr lang="en-IN" sz="2000" dirty="0"/>
              <a:t> architecture. </a:t>
            </a:r>
          </a:p>
          <a:p>
            <a:pPr>
              <a:lnSpc>
                <a:spcPct val="100000"/>
              </a:lnSpc>
            </a:pPr>
            <a:r>
              <a:rPr lang="en-IN" sz="2000" b="1" dirty="0"/>
              <a:t>SYSTEM DEVELOPMENT</a:t>
            </a:r>
          </a:p>
          <a:p>
            <a:pPr lvl="0">
              <a:lnSpc>
                <a:spcPct val="100000"/>
              </a:lnSpc>
            </a:pPr>
            <a:r>
              <a:rPr lang="en-IN" sz="2000" dirty="0"/>
              <a:t>Developed React frontend and Node.js/Express backend with OCR. </a:t>
            </a:r>
          </a:p>
          <a:p>
            <a:pPr lvl="0">
              <a:lnSpc>
                <a:spcPct val="100000"/>
              </a:lnSpc>
            </a:pPr>
            <a:r>
              <a:rPr lang="en-IN" sz="2000" dirty="0"/>
              <a:t>Integrated AI analysis, chatbot and medical image observation. </a:t>
            </a:r>
          </a:p>
          <a:p>
            <a:pPr>
              <a:lnSpc>
                <a:spcPct val="100000"/>
              </a:lnSpc>
            </a:pPr>
            <a:r>
              <a:rPr lang="en-IN" sz="2000" b="1" dirty="0"/>
              <a:t>SYSTEM INTEGRATION</a:t>
            </a:r>
          </a:p>
          <a:p>
            <a:pPr lvl="0">
              <a:lnSpc>
                <a:spcPct val="100000"/>
              </a:lnSpc>
            </a:pPr>
            <a:r>
              <a:rPr lang="en-IN" sz="2000" dirty="0"/>
              <a:t>Connected authentication, frontend, backend, OCR and AI modules. </a:t>
            </a:r>
          </a:p>
          <a:p>
            <a:pPr lvl="0">
              <a:lnSpc>
                <a:spcPct val="100000"/>
              </a:lnSpc>
            </a:pPr>
            <a:r>
              <a:rPr lang="en-IN" sz="2000" dirty="0"/>
              <a:t>Integrated chatbot, history, PDF generation and English/Tamil support. </a:t>
            </a:r>
          </a:p>
          <a:p>
            <a:pPr>
              <a:lnSpc>
                <a:spcPct val="100000"/>
              </a:lnSpc>
            </a:pPr>
            <a:r>
              <a:rPr lang="en-IN" sz="2000" b="1" dirty="0"/>
              <a:t>TESTING &amp; VALIDATION</a:t>
            </a:r>
          </a:p>
          <a:p>
            <a:pPr lvl="0">
              <a:lnSpc>
                <a:spcPct val="100000"/>
              </a:lnSpc>
            </a:pPr>
            <a:r>
              <a:rPr lang="en-IN" sz="2000" dirty="0"/>
              <a:t>Tested authentication, upload, OCR, AI analysis and chatbot. </a:t>
            </a:r>
          </a:p>
          <a:p>
            <a:pPr lvl="0">
              <a:lnSpc>
                <a:spcPct val="100000"/>
              </a:lnSpc>
            </a:pPr>
            <a:r>
              <a:rPr lang="en-IN" sz="2000" dirty="0"/>
              <a:t>Verified image observation, PDF generation, integration and error handling. </a:t>
            </a:r>
          </a:p>
          <a:p>
            <a:pPr lvl="0">
              <a:lnSpc>
                <a:spcPct val="100000"/>
              </a:lnSpc>
            </a:pPr>
            <a:endParaRPr lang="en-IN" sz="2000" dirty="0"/>
          </a:p>
        </p:txBody>
      </p:sp>
      <p:sp>
        <p:nvSpPr>
          <p:cNvPr id="15" name="Slide Number">
            <a:extLst>
              <a:ext uri="{FF2B5EF4-FFF2-40B4-BE49-F238E27FC236}">
                <a16:creationId xmlns:a16="http://schemas.microsoft.com/office/drawing/2014/main" id="{A6790C53-F8BB-DF4A-8361-919F8B7F69D9}"/>
              </a:ext>
            </a:extLst>
          </p:cNvPr>
          <p:cNvSpPr>
            <a:spLocks noGrp="1"/>
          </p:cNvSpPr>
          <p:nvPr>
            <p:ph type="ftr" sz="quarter" idx="10"/>
          </p:nvPr>
        </p:nvSpPr>
        <p:spPr/>
        <p:txBody>
          <a:bodyPr/>
          <a:lstStyle/>
          <a:p>
            <a:fld id="{7FF4D5E0-956F-9742-9135-6CCBA6AE77D9}" type="slidenum">
              <a:rPr lang="en-US" smtClean="0"/>
              <a:t>3</a:t>
            </a:fld>
            <a:endParaRPr lang="en-US" dirty="0"/>
          </a:p>
        </p:txBody>
      </p:sp>
      <p:sp>
        <p:nvSpPr>
          <p:cNvPr id="5" name="Rectangle 4">
            <a:extLst>
              <a:ext uri="{FF2B5EF4-FFF2-40B4-BE49-F238E27FC236}">
                <a16:creationId xmlns:a16="http://schemas.microsoft.com/office/drawing/2014/main" id="{D92C6FD2-673C-D83E-C716-1C989A6761E8}"/>
              </a:ext>
            </a:extLst>
          </p:cNvPr>
          <p:cNvSpPr/>
          <p:nvPr/>
        </p:nvSpPr>
        <p:spPr>
          <a:xfrm>
            <a:off x="0" y="12699"/>
            <a:ext cx="12192000" cy="9330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2400" b="1" dirty="0">
                <a:solidFill>
                  <a:schemeClr val="bg1"/>
                </a:solidFill>
              </a:rPr>
              <a:t> KNOWLEDGE INSTITUTE OF TECHNOLOGY</a:t>
            </a:r>
          </a:p>
        </p:txBody>
      </p:sp>
      <p:pic>
        <p:nvPicPr>
          <p:cNvPr id="6" name="Picture 2" descr="Knowledge Institute of Technology – Salem Tamilnadu">
            <a:extLst>
              <a:ext uri="{FF2B5EF4-FFF2-40B4-BE49-F238E27FC236}">
                <a16:creationId xmlns:a16="http://schemas.microsoft.com/office/drawing/2014/main" id="{15E68AEA-E1B7-F441-CC54-52CAA052A8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81663" y="28295"/>
            <a:ext cx="892617" cy="8926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739664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88DBE833-A922-5747-A36B-4314D3116822}"/>
              </a:ext>
            </a:extLst>
          </p:cNvPr>
          <p:cNvSpPr>
            <a:spLocks noGrp="1"/>
          </p:cNvSpPr>
          <p:nvPr>
            <p:ph type="title"/>
          </p:nvPr>
        </p:nvSpPr>
        <p:spPr>
          <a:xfrm>
            <a:off x="566928" y="1004869"/>
            <a:ext cx="6951472" cy="590931"/>
          </a:xfrm>
        </p:spPr>
        <p:txBody>
          <a:bodyPr/>
          <a:lstStyle/>
          <a:p>
            <a:r>
              <a:rPr lang="en-US" dirty="0"/>
              <a:t>Process Table</a:t>
            </a:r>
          </a:p>
        </p:txBody>
      </p:sp>
      <p:sp>
        <p:nvSpPr>
          <p:cNvPr id="8" name="Slide Number">
            <a:extLst>
              <a:ext uri="{FF2B5EF4-FFF2-40B4-BE49-F238E27FC236}">
                <a16:creationId xmlns:a16="http://schemas.microsoft.com/office/drawing/2014/main" id="{1E758566-FAE7-1B41-AABE-FDB3CDFB0BC2}"/>
              </a:ext>
            </a:extLst>
          </p:cNvPr>
          <p:cNvSpPr>
            <a:spLocks noGrp="1"/>
          </p:cNvSpPr>
          <p:nvPr>
            <p:ph type="ftr" sz="quarter" idx="10"/>
          </p:nvPr>
        </p:nvSpPr>
        <p:spPr/>
        <p:txBody>
          <a:bodyPr/>
          <a:lstStyle/>
          <a:p>
            <a:fld id="{FF97EF4A-40C6-024D-A945-B03D1BBD02F7}" type="slidenum">
              <a:rPr lang="en-US" smtClean="0"/>
              <a:t>4</a:t>
            </a:fld>
            <a:endParaRPr lang="en-US" dirty="0"/>
          </a:p>
        </p:txBody>
      </p:sp>
      <p:sp>
        <p:nvSpPr>
          <p:cNvPr id="6" name="Rectangle 5">
            <a:extLst>
              <a:ext uri="{FF2B5EF4-FFF2-40B4-BE49-F238E27FC236}">
                <a16:creationId xmlns:a16="http://schemas.microsoft.com/office/drawing/2014/main" id="{0EAA5F49-DDB8-A757-9699-BF1EF25BB02F}"/>
              </a:ext>
            </a:extLst>
          </p:cNvPr>
          <p:cNvSpPr/>
          <p:nvPr/>
        </p:nvSpPr>
        <p:spPr>
          <a:xfrm>
            <a:off x="0" y="12699"/>
            <a:ext cx="12192000" cy="9330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2400" b="1" dirty="0">
                <a:solidFill>
                  <a:schemeClr val="bg1"/>
                </a:solidFill>
              </a:rPr>
              <a:t> KNOWLEDGE INSTITUTE OF TECHNOLOGY</a:t>
            </a:r>
          </a:p>
        </p:txBody>
      </p:sp>
      <p:pic>
        <p:nvPicPr>
          <p:cNvPr id="7" name="Picture 2" descr="Knowledge Institute of Technology – Salem Tamilnadu">
            <a:extLst>
              <a:ext uri="{FF2B5EF4-FFF2-40B4-BE49-F238E27FC236}">
                <a16:creationId xmlns:a16="http://schemas.microsoft.com/office/drawing/2014/main" id="{A354C783-D22D-33EA-3878-74D4D22945F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81663" y="28295"/>
            <a:ext cx="892617" cy="892617"/>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5" name="Content Placeholder 14">
            <a:extLst>
              <a:ext uri="{FF2B5EF4-FFF2-40B4-BE49-F238E27FC236}">
                <a16:creationId xmlns:a16="http://schemas.microsoft.com/office/drawing/2014/main" id="{A97F14E3-A359-E23E-C354-54511F20E804}"/>
              </a:ext>
            </a:extLst>
          </p:cNvPr>
          <p:cNvGraphicFramePr>
            <a:graphicFrameLocks noGrp="1"/>
          </p:cNvGraphicFramePr>
          <p:nvPr>
            <p:ph idx="1"/>
            <p:extLst>
              <p:ext uri="{D42A27DB-BD31-4B8C-83A1-F6EECF244321}">
                <p14:modId xmlns:p14="http://schemas.microsoft.com/office/powerpoint/2010/main" val="2125237442"/>
              </p:ext>
            </p:extLst>
          </p:nvPr>
        </p:nvGraphicFramePr>
        <p:xfrm>
          <a:off x="1610089" y="1632966"/>
          <a:ext cx="9726126" cy="4995216"/>
        </p:xfrm>
        <a:graphic>
          <a:graphicData uri="http://schemas.openxmlformats.org/drawingml/2006/table">
            <a:tbl>
              <a:tblPr firstRow="1" bandRow="1">
                <a:tableStyleId>{5940675A-B579-460E-94D1-54222C63F5DA}</a:tableStyleId>
              </a:tblPr>
              <a:tblGrid>
                <a:gridCol w="3242042">
                  <a:extLst>
                    <a:ext uri="{9D8B030D-6E8A-4147-A177-3AD203B41FA5}">
                      <a16:colId xmlns:a16="http://schemas.microsoft.com/office/drawing/2014/main" val="3949215221"/>
                    </a:ext>
                  </a:extLst>
                </a:gridCol>
                <a:gridCol w="3242042">
                  <a:extLst>
                    <a:ext uri="{9D8B030D-6E8A-4147-A177-3AD203B41FA5}">
                      <a16:colId xmlns:a16="http://schemas.microsoft.com/office/drawing/2014/main" val="572228453"/>
                    </a:ext>
                  </a:extLst>
                </a:gridCol>
                <a:gridCol w="3242042">
                  <a:extLst>
                    <a:ext uri="{9D8B030D-6E8A-4147-A177-3AD203B41FA5}">
                      <a16:colId xmlns:a16="http://schemas.microsoft.com/office/drawing/2014/main" val="2152305098"/>
                    </a:ext>
                  </a:extLst>
                </a:gridCol>
              </a:tblGrid>
              <a:tr h="951624">
                <a:tc>
                  <a:txBody>
                    <a:bodyPr/>
                    <a:lstStyle/>
                    <a:p>
                      <a:pPr algn="ctr"/>
                      <a:endParaRPr lang="en-IN" dirty="0"/>
                    </a:p>
                    <a:p>
                      <a:pPr algn="ctr"/>
                      <a:r>
                        <a:rPr lang="en-IN" dirty="0"/>
                        <a:t>PHASE</a:t>
                      </a:r>
                    </a:p>
                  </a:txBody>
                  <a:tcPr/>
                </a:tc>
                <a:tc>
                  <a:txBody>
                    <a:bodyPr/>
                    <a:lstStyle/>
                    <a:p>
                      <a:pPr>
                        <a:buNone/>
                      </a:pPr>
                      <a:r>
                        <a:rPr lang="en-US" dirty="0"/>
                        <a:t>ENGINEERING STEPS</a:t>
                      </a:r>
                      <a:endParaRPr lang="en-IN" dirty="0"/>
                    </a:p>
                  </a:txBody>
                  <a:tcPr anchor="ctr"/>
                </a:tc>
                <a:tc>
                  <a:txBody>
                    <a:bodyPr/>
                    <a:lstStyle/>
                    <a:p>
                      <a:endParaRPr lang="en-IN" dirty="0"/>
                    </a:p>
                    <a:p>
                      <a:r>
                        <a:rPr lang="en-IN" dirty="0"/>
                        <a:t>KEY ACTIVITIES &amp; OUTCOME</a:t>
                      </a:r>
                    </a:p>
                  </a:txBody>
                  <a:tcPr/>
                </a:tc>
                <a:extLst>
                  <a:ext uri="{0D108BD9-81ED-4DB2-BD59-A6C34878D82A}">
                    <a16:rowId xmlns:a16="http://schemas.microsoft.com/office/drawing/2014/main" val="826851102"/>
                  </a:ext>
                </a:extLst>
              </a:tr>
              <a:tr h="951624">
                <a:tc>
                  <a:txBody>
                    <a:bodyPr/>
                    <a:lstStyle/>
                    <a:p>
                      <a:r>
                        <a:rPr lang="en-IN" dirty="0"/>
                        <a:t>Definition</a:t>
                      </a:r>
                    </a:p>
                  </a:txBody>
                  <a:tcPr/>
                </a:tc>
                <a:tc>
                  <a:txBody>
                    <a:bodyPr/>
                    <a:lstStyle/>
                    <a:p>
                      <a:r>
                        <a:rPr lang="en-IN" dirty="0"/>
                        <a:t>Requirement Analysis, Concept Design</a:t>
                      </a:r>
                    </a:p>
                  </a:txBody>
                  <a:tcPr/>
                </a:tc>
                <a:tc>
                  <a:txBody>
                    <a:bodyPr/>
                    <a:lstStyle/>
                    <a:p>
                      <a:r>
                        <a:rPr lang="en-IN" dirty="0"/>
                        <a:t>Identified need for simplified medical information and designed the </a:t>
                      </a:r>
                      <a:r>
                        <a:rPr lang="en-IN" dirty="0" err="1"/>
                        <a:t>HealthAI</a:t>
                      </a:r>
                      <a:r>
                        <a:rPr lang="en-IN" dirty="0"/>
                        <a:t> concept</a:t>
                      </a:r>
                    </a:p>
                  </a:txBody>
                  <a:tcPr/>
                </a:tc>
                <a:extLst>
                  <a:ext uri="{0D108BD9-81ED-4DB2-BD59-A6C34878D82A}">
                    <a16:rowId xmlns:a16="http://schemas.microsoft.com/office/drawing/2014/main" val="4165191469"/>
                  </a:ext>
                </a:extLst>
              </a:tr>
              <a:tr h="951624">
                <a:tc>
                  <a:txBody>
                    <a:bodyPr/>
                    <a:lstStyle/>
                    <a:p>
                      <a:r>
                        <a:rPr lang="en-IN" dirty="0"/>
                        <a:t>Development</a:t>
                      </a:r>
                    </a:p>
                  </a:txBody>
                  <a:tcPr/>
                </a:tc>
                <a:tc>
                  <a:txBody>
                    <a:bodyPr/>
                    <a:lstStyle/>
                    <a:p>
                      <a:r>
                        <a:rPr lang="en-IN" dirty="0"/>
                        <a:t>System Design, Module Development</a:t>
                      </a:r>
                    </a:p>
                  </a:txBody>
                  <a:tcPr/>
                </a:tc>
                <a:tc>
                  <a:txBody>
                    <a:bodyPr/>
                    <a:lstStyle/>
                    <a:p>
                      <a:r>
                        <a:rPr lang="en-IN" dirty="0"/>
                        <a:t>Developed report upload, OCR, AI analysis, chatbot and medical-image modules</a:t>
                      </a:r>
                    </a:p>
                  </a:txBody>
                  <a:tcPr/>
                </a:tc>
                <a:extLst>
                  <a:ext uri="{0D108BD9-81ED-4DB2-BD59-A6C34878D82A}">
                    <a16:rowId xmlns:a16="http://schemas.microsoft.com/office/drawing/2014/main" val="3149011444"/>
                  </a:ext>
                </a:extLst>
              </a:tr>
              <a:tr h="951624">
                <a:tc>
                  <a:txBody>
                    <a:bodyPr/>
                    <a:lstStyle/>
                    <a:p>
                      <a:r>
                        <a:rPr lang="en-IN" dirty="0"/>
                        <a:t>Integration</a:t>
                      </a:r>
                    </a:p>
                  </a:txBody>
                  <a:tcPr/>
                </a:tc>
                <a:tc>
                  <a:txBody>
                    <a:bodyPr/>
                    <a:lstStyle/>
                    <a:p>
                      <a:r>
                        <a:rPr lang="en-IN" dirty="0"/>
                        <a:t>System Integration</a:t>
                      </a:r>
                    </a:p>
                  </a:txBody>
                  <a:tcPr/>
                </a:tc>
                <a:tc>
                  <a:txBody>
                    <a:bodyPr/>
                    <a:lstStyle/>
                    <a:p>
                      <a:r>
                        <a:rPr lang="en-IN" dirty="0"/>
                        <a:t>Connected frontend, backend, authentication, AI and data-processing modules</a:t>
                      </a:r>
                    </a:p>
                  </a:txBody>
                  <a:tcPr/>
                </a:tc>
                <a:extLst>
                  <a:ext uri="{0D108BD9-81ED-4DB2-BD59-A6C34878D82A}">
                    <a16:rowId xmlns:a16="http://schemas.microsoft.com/office/drawing/2014/main" val="3668062276"/>
                  </a:ext>
                </a:extLst>
              </a:tr>
              <a:tr h="951624">
                <a:tc>
                  <a:txBody>
                    <a:bodyPr/>
                    <a:lstStyle/>
                    <a:p>
                      <a:r>
                        <a:rPr lang="en-IN" dirty="0"/>
                        <a:t>Realization</a:t>
                      </a:r>
                    </a:p>
                  </a:txBody>
                  <a:tcPr/>
                </a:tc>
                <a:tc>
                  <a:txBody>
                    <a:bodyPr/>
                    <a:lstStyle/>
                    <a:p>
                      <a:r>
                        <a:rPr lang="en-IN" dirty="0"/>
                        <a:t>Testing &amp; Validation</a:t>
                      </a:r>
                    </a:p>
                  </a:txBody>
                  <a:tcPr/>
                </a:tc>
                <a:tc>
                  <a:txBody>
                    <a:bodyPr/>
                    <a:lstStyle/>
                    <a:p>
                      <a:r>
                        <a:rPr lang="en-IN" dirty="0"/>
                        <a:t>Verified major system functions and demonstrated functional feasibility</a:t>
                      </a:r>
                    </a:p>
                  </a:txBody>
                  <a:tcPr/>
                </a:tc>
                <a:extLst>
                  <a:ext uri="{0D108BD9-81ED-4DB2-BD59-A6C34878D82A}">
                    <a16:rowId xmlns:a16="http://schemas.microsoft.com/office/drawing/2014/main" val="3709745080"/>
                  </a:ext>
                </a:extLst>
              </a:tr>
            </a:tbl>
          </a:graphicData>
        </a:graphic>
      </p:graphicFrame>
    </p:spTree>
    <p:extLst>
      <p:ext uri="{BB962C8B-B14F-4D97-AF65-F5344CB8AC3E}">
        <p14:creationId xmlns:p14="http://schemas.microsoft.com/office/powerpoint/2010/main" val="33976775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Title">
            <a:extLst>
              <a:ext uri="{FF2B5EF4-FFF2-40B4-BE49-F238E27FC236}">
                <a16:creationId xmlns:a16="http://schemas.microsoft.com/office/drawing/2014/main" id="{A5A6BD9C-352C-594C-84C3-B534C6BE8173}"/>
              </a:ext>
            </a:extLst>
          </p:cNvPr>
          <p:cNvSpPr>
            <a:spLocks noGrp="1"/>
          </p:cNvSpPr>
          <p:nvPr>
            <p:ph type="title"/>
          </p:nvPr>
        </p:nvSpPr>
        <p:spPr>
          <a:xfrm>
            <a:off x="429768" y="936508"/>
            <a:ext cx="10515600" cy="669553"/>
          </a:xfrm>
        </p:spPr>
        <p:txBody>
          <a:bodyPr/>
          <a:lstStyle/>
          <a:p>
            <a:r>
              <a:rPr lang="en-US" dirty="0"/>
              <a:t>List of Activities</a:t>
            </a:r>
          </a:p>
        </p:txBody>
      </p:sp>
      <p:sp>
        <p:nvSpPr>
          <p:cNvPr id="23" name="Slide Number">
            <a:extLst>
              <a:ext uri="{FF2B5EF4-FFF2-40B4-BE49-F238E27FC236}">
                <a16:creationId xmlns:a16="http://schemas.microsoft.com/office/drawing/2014/main" id="{692346D0-C19D-754C-B7FB-4EEAD59AF4EB}"/>
              </a:ext>
            </a:extLst>
          </p:cNvPr>
          <p:cNvSpPr>
            <a:spLocks noGrp="1"/>
          </p:cNvSpPr>
          <p:nvPr>
            <p:ph type="ftr" sz="quarter" idx="10"/>
          </p:nvPr>
        </p:nvSpPr>
        <p:spPr>
          <a:xfrm>
            <a:off x="7574280" y="6137211"/>
            <a:ext cx="4114800" cy="365125"/>
          </a:xfrm>
        </p:spPr>
        <p:txBody>
          <a:bodyPr/>
          <a:lstStyle/>
          <a:p>
            <a:fld id="{11612D8C-0CE2-8F48-B865-A1C7EEB20945}" type="slidenum">
              <a:rPr lang="en-US" smtClean="0"/>
              <a:t>5</a:t>
            </a:fld>
            <a:endParaRPr lang="en-US" dirty="0"/>
          </a:p>
        </p:txBody>
      </p:sp>
      <p:sp>
        <p:nvSpPr>
          <p:cNvPr id="2" name="Rectangle 1">
            <a:extLst>
              <a:ext uri="{FF2B5EF4-FFF2-40B4-BE49-F238E27FC236}">
                <a16:creationId xmlns:a16="http://schemas.microsoft.com/office/drawing/2014/main" id="{DC1D069B-0F58-C58D-35EC-4C6DB3F00376}"/>
              </a:ext>
            </a:extLst>
          </p:cNvPr>
          <p:cNvSpPr/>
          <p:nvPr/>
        </p:nvSpPr>
        <p:spPr>
          <a:xfrm>
            <a:off x="0" y="12699"/>
            <a:ext cx="12192000" cy="9330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2400" b="1" dirty="0">
                <a:solidFill>
                  <a:schemeClr val="bg1"/>
                </a:solidFill>
              </a:rPr>
              <a:t> KNOWLEDGE INSTITUTE OF TECHNOLOGY</a:t>
            </a:r>
          </a:p>
        </p:txBody>
      </p:sp>
      <p:pic>
        <p:nvPicPr>
          <p:cNvPr id="3" name="Picture 2" descr="Knowledge Institute of Technology – Salem Tamilnadu">
            <a:extLst>
              <a:ext uri="{FF2B5EF4-FFF2-40B4-BE49-F238E27FC236}">
                <a16:creationId xmlns:a16="http://schemas.microsoft.com/office/drawing/2014/main" id="{CE1C2C29-CE5B-056E-24FC-D9D195ED3E7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81663" y="28295"/>
            <a:ext cx="892617" cy="892617"/>
          </a:xfrm>
          <a:prstGeom prst="rect">
            <a:avLst/>
          </a:prstGeom>
          <a:noFill/>
          <a:extLst>
            <a:ext uri="{909E8E84-426E-40DD-AFC4-6F175D3DCCD1}">
              <a14:hiddenFill xmlns:a14="http://schemas.microsoft.com/office/drawing/2010/main">
                <a:solidFill>
                  <a:srgbClr val="FFFFFF"/>
                </a:solidFill>
              </a14:hiddenFill>
            </a:ext>
          </a:extLst>
        </p:spPr>
      </p:pic>
      <p:sp>
        <p:nvSpPr>
          <p:cNvPr id="5" name="Content Placeholder 4">
            <a:extLst>
              <a:ext uri="{FF2B5EF4-FFF2-40B4-BE49-F238E27FC236}">
                <a16:creationId xmlns:a16="http://schemas.microsoft.com/office/drawing/2014/main" id="{F1D36BFF-0743-C505-AFF7-931347247746}"/>
              </a:ext>
            </a:extLst>
          </p:cNvPr>
          <p:cNvSpPr>
            <a:spLocks noGrp="1"/>
          </p:cNvSpPr>
          <p:nvPr>
            <p:ph sz="half" idx="2"/>
          </p:nvPr>
        </p:nvSpPr>
        <p:spPr>
          <a:xfrm>
            <a:off x="429767" y="1621657"/>
            <a:ext cx="11762233" cy="4880679"/>
          </a:xfrm>
        </p:spPr>
        <p:txBody>
          <a:bodyPr/>
          <a:lstStyle/>
          <a:p>
            <a:pPr marL="0" indent="0">
              <a:lnSpc>
                <a:spcPct val="100000"/>
              </a:lnSpc>
              <a:buNone/>
            </a:pPr>
            <a:r>
              <a:rPr lang="en-IN" sz="2000" b="1" dirty="0"/>
              <a:t> Literature Survey</a:t>
            </a:r>
          </a:p>
          <a:p>
            <a:pPr>
              <a:lnSpc>
                <a:spcPct val="100000"/>
              </a:lnSpc>
            </a:pPr>
            <a:r>
              <a:rPr lang="en-IN" sz="2000" dirty="0"/>
              <a:t>Studied AI, OCR and healthcare applications. Reviewed chatbots and image analysis.</a:t>
            </a:r>
          </a:p>
          <a:p>
            <a:pPr marL="0" indent="0">
              <a:lnSpc>
                <a:spcPct val="100000"/>
              </a:lnSpc>
              <a:buNone/>
            </a:pPr>
            <a:r>
              <a:rPr lang="en-IN" sz="2000" b="1" dirty="0"/>
              <a:t> Requirement Analysis</a:t>
            </a:r>
          </a:p>
          <a:p>
            <a:pPr>
              <a:lnSpc>
                <a:spcPct val="100000"/>
              </a:lnSpc>
            </a:pPr>
            <a:r>
              <a:rPr lang="en-IN" sz="2000" dirty="0"/>
              <a:t>Identified system and user requirements. Defined the processing workflow.</a:t>
            </a:r>
          </a:p>
          <a:p>
            <a:pPr marL="0" indent="0">
              <a:lnSpc>
                <a:spcPct val="100000"/>
              </a:lnSpc>
              <a:buNone/>
            </a:pPr>
            <a:r>
              <a:rPr lang="en-IN" sz="2000" b="1" dirty="0"/>
              <a:t>Technology Selection</a:t>
            </a:r>
          </a:p>
          <a:p>
            <a:pPr>
              <a:lnSpc>
                <a:spcPct val="100000"/>
              </a:lnSpc>
            </a:pPr>
            <a:r>
              <a:rPr lang="en-IN" sz="2000" dirty="0"/>
              <a:t>Selected React, Node.js and Firebase. Used Tesseract.js and </a:t>
            </a:r>
            <a:r>
              <a:rPr lang="en-IN" sz="2000" dirty="0" err="1"/>
              <a:t>Groq</a:t>
            </a:r>
            <a:r>
              <a:rPr lang="en-IN" sz="2000" dirty="0"/>
              <a:t> AI.</a:t>
            </a:r>
          </a:p>
          <a:p>
            <a:pPr marL="0" indent="0">
              <a:lnSpc>
                <a:spcPct val="100000"/>
              </a:lnSpc>
              <a:buNone/>
            </a:pPr>
            <a:r>
              <a:rPr lang="en-IN" sz="2000" b="1" dirty="0"/>
              <a:t> System Development</a:t>
            </a:r>
          </a:p>
          <a:p>
            <a:pPr>
              <a:lnSpc>
                <a:spcPct val="100000"/>
              </a:lnSpc>
            </a:pPr>
            <a:r>
              <a:rPr lang="en-IN" sz="2000" dirty="0"/>
              <a:t>Developed frontend and backend modules. Integrated OCR and AI analysis.</a:t>
            </a:r>
          </a:p>
          <a:p>
            <a:pPr marL="0" indent="0">
              <a:lnSpc>
                <a:spcPct val="100000"/>
              </a:lnSpc>
              <a:buNone/>
            </a:pPr>
            <a:r>
              <a:rPr lang="en-IN" sz="2000" b="1" dirty="0"/>
              <a:t>System Integration</a:t>
            </a:r>
          </a:p>
          <a:p>
            <a:pPr>
              <a:lnSpc>
                <a:spcPct val="100000"/>
              </a:lnSpc>
            </a:pPr>
            <a:r>
              <a:rPr lang="en-IN" sz="2000" dirty="0"/>
              <a:t>Integrated authentication and report analysis. Connected chatbot, history and PDF modules.</a:t>
            </a:r>
          </a:p>
          <a:p>
            <a:pPr marL="0" indent="0">
              <a:lnSpc>
                <a:spcPct val="100000"/>
              </a:lnSpc>
              <a:buNone/>
            </a:pPr>
            <a:r>
              <a:rPr lang="en-IN" sz="2000" b="1" dirty="0"/>
              <a:t>Testing &amp; Validation</a:t>
            </a:r>
          </a:p>
          <a:p>
            <a:pPr>
              <a:lnSpc>
                <a:spcPct val="100000"/>
              </a:lnSpc>
            </a:pPr>
            <a:r>
              <a:rPr lang="en-IN" sz="2000" dirty="0"/>
              <a:t>Performed functional and integration testing. Checked errors and system usability.</a:t>
            </a:r>
          </a:p>
          <a:p>
            <a:pPr algn="just"/>
            <a:endParaRPr lang="en-IN" sz="2000" dirty="0"/>
          </a:p>
        </p:txBody>
      </p:sp>
    </p:spTree>
    <p:extLst>
      <p:ext uri="{BB962C8B-B14F-4D97-AF65-F5344CB8AC3E}">
        <p14:creationId xmlns:p14="http://schemas.microsoft.com/office/powerpoint/2010/main" val="10825795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Title">
            <a:extLst>
              <a:ext uri="{FF2B5EF4-FFF2-40B4-BE49-F238E27FC236}">
                <a16:creationId xmlns:a16="http://schemas.microsoft.com/office/drawing/2014/main" id="{3AC14BE6-0C46-714B-B7A3-48A9E49BAF81}"/>
              </a:ext>
            </a:extLst>
          </p:cNvPr>
          <p:cNvSpPr>
            <a:spLocks noGrp="1"/>
          </p:cNvSpPr>
          <p:nvPr>
            <p:ph type="title"/>
          </p:nvPr>
        </p:nvSpPr>
        <p:spPr>
          <a:xfrm>
            <a:off x="566927" y="1123116"/>
            <a:ext cx="6701973" cy="622569"/>
          </a:xfrm>
        </p:spPr>
        <p:txBody>
          <a:bodyPr/>
          <a:lstStyle/>
          <a:p>
            <a:r>
              <a:rPr lang="en-US" dirty="0"/>
              <a:t>Activity Duration Table</a:t>
            </a:r>
          </a:p>
        </p:txBody>
      </p:sp>
      <p:graphicFrame>
        <p:nvGraphicFramePr>
          <p:cNvPr id="8" name="Content Placeholder 7">
            <a:extLst>
              <a:ext uri="{FF2B5EF4-FFF2-40B4-BE49-F238E27FC236}">
                <a16:creationId xmlns:a16="http://schemas.microsoft.com/office/drawing/2014/main" id="{B774AD43-9463-CEF5-FDB4-742E929F80CF}"/>
              </a:ext>
            </a:extLst>
          </p:cNvPr>
          <p:cNvGraphicFramePr>
            <a:graphicFrameLocks noGrp="1"/>
          </p:cNvGraphicFramePr>
          <p:nvPr>
            <p:ph idx="1"/>
            <p:extLst>
              <p:ext uri="{D42A27DB-BD31-4B8C-83A1-F6EECF244321}">
                <p14:modId xmlns:p14="http://schemas.microsoft.com/office/powerpoint/2010/main" val="274658281"/>
              </p:ext>
            </p:extLst>
          </p:nvPr>
        </p:nvGraphicFramePr>
        <p:xfrm>
          <a:off x="705822" y="1923092"/>
          <a:ext cx="9352577" cy="4091625"/>
        </p:xfrm>
        <a:graphic>
          <a:graphicData uri="http://schemas.openxmlformats.org/drawingml/2006/table">
            <a:tbl>
              <a:tblPr>
                <a:tableStyleId>{616DA210-FB5B-4158-B5E0-FEB733F419BA}</a:tableStyleId>
              </a:tblPr>
              <a:tblGrid>
                <a:gridCol w="778200">
                  <a:extLst>
                    <a:ext uri="{9D8B030D-6E8A-4147-A177-3AD203B41FA5}">
                      <a16:colId xmlns:a16="http://schemas.microsoft.com/office/drawing/2014/main" val="1229741313"/>
                    </a:ext>
                  </a:extLst>
                </a:gridCol>
                <a:gridCol w="5292743">
                  <a:extLst>
                    <a:ext uri="{9D8B030D-6E8A-4147-A177-3AD203B41FA5}">
                      <a16:colId xmlns:a16="http://schemas.microsoft.com/office/drawing/2014/main" val="1239087719"/>
                    </a:ext>
                  </a:extLst>
                </a:gridCol>
                <a:gridCol w="3281634">
                  <a:extLst>
                    <a:ext uri="{9D8B030D-6E8A-4147-A177-3AD203B41FA5}">
                      <a16:colId xmlns:a16="http://schemas.microsoft.com/office/drawing/2014/main" val="4199366196"/>
                    </a:ext>
                  </a:extLst>
                </a:gridCol>
              </a:tblGrid>
              <a:tr h="454625">
                <a:tc>
                  <a:txBody>
                    <a:bodyPr/>
                    <a:lstStyle/>
                    <a:p>
                      <a:pPr algn="ctr">
                        <a:buNone/>
                      </a:pPr>
                      <a:r>
                        <a:rPr lang="en-IN" b="1" dirty="0"/>
                        <a:t>ID</a:t>
                      </a:r>
                      <a:endParaRPr lang="en-IN" dirty="0"/>
                    </a:p>
                  </a:txBody>
                  <a:tcPr anchor="ctr"/>
                </a:tc>
                <a:tc>
                  <a:txBody>
                    <a:bodyPr/>
                    <a:lstStyle/>
                    <a:p>
                      <a:pPr>
                        <a:buNone/>
                      </a:pPr>
                      <a:r>
                        <a:rPr lang="en-IN" b="1"/>
                        <a:t>Activity Description</a:t>
                      </a:r>
                      <a:endParaRPr lang="en-IN"/>
                    </a:p>
                  </a:txBody>
                  <a:tcPr anchor="ctr"/>
                </a:tc>
                <a:tc>
                  <a:txBody>
                    <a:bodyPr/>
                    <a:lstStyle/>
                    <a:p>
                      <a:pPr algn="ctr">
                        <a:buNone/>
                      </a:pPr>
                      <a:r>
                        <a:rPr lang="en-IN" b="1"/>
                        <a:t>Duration (Hours)</a:t>
                      </a:r>
                      <a:endParaRPr lang="en-IN"/>
                    </a:p>
                  </a:txBody>
                  <a:tcPr anchor="ctr"/>
                </a:tc>
                <a:extLst>
                  <a:ext uri="{0D108BD9-81ED-4DB2-BD59-A6C34878D82A}">
                    <a16:rowId xmlns:a16="http://schemas.microsoft.com/office/drawing/2014/main" val="37195223"/>
                  </a:ext>
                </a:extLst>
              </a:tr>
              <a:tr h="454625">
                <a:tc>
                  <a:txBody>
                    <a:bodyPr/>
                    <a:lstStyle/>
                    <a:p>
                      <a:pPr algn="ctr">
                        <a:buNone/>
                      </a:pPr>
                      <a:r>
                        <a:rPr lang="en-IN"/>
                        <a:t>A</a:t>
                      </a:r>
                    </a:p>
                  </a:txBody>
                  <a:tcPr anchor="ctr"/>
                </a:tc>
                <a:tc>
                  <a:txBody>
                    <a:bodyPr/>
                    <a:lstStyle/>
                    <a:p>
                      <a:pPr>
                        <a:buNone/>
                      </a:pPr>
                      <a:r>
                        <a:rPr lang="en-IN" dirty="0"/>
                        <a:t>Requirement Analysis</a:t>
                      </a:r>
                    </a:p>
                  </a:txBody>
                  <a:tcPr anchor="ctr"/>
                </a:tc>
                <a:tc>
                  <a:txBody>
                    <a:bodyPr/>
                    <a:lstStyle/>
                    <a:p>
                      <a:pPr algn="ctr">
                        <a:buNone/>
                      </a:pPr>
                      <a:r>
                        <a:rPr lang="en-IN" dirty="0"/>
                        <a:t>30</a:t>
                      </a:r>
                    </a:p>
                  </a:txBody>
                  <a:tcPr anchor="ctr"/>
                </a:tc>
                <a:extLst>
                  <a:ext uri="{0D108BD9-81ED-4DB2-BD59-A6C34878D82A}">
                    <a16:rowId xmlns:a16="http://schemas.microsoft.com/office/drawing/2014/main" val="3632619731"/>
                  </a:ext>
                </a:extLst>
              </a:tr>
              <a:tr h="454625">
                <a:tc>
                  <a:txBody>
                    <a:bodyPr/>
                    <a:lstStyle/>
                    <a:p>
                      <a:pPr algn="ctr">
                        <a:buNone/>
                      </a:pPr>
                      <a:r>
                        <a:rPr lang="en-IN"/>
                        <a:t>B</a:t>
                      </a:r>
                    </a:p>
                  </a:txBody>
                  <a:tcPr anchor="ctr"/>
                </a:tc>
                <a:tc>
                  <a:txBody>
                    <a:bodyPr/>
                    <a:lstStyle/>
                    <a:p>
                      <a:pPr>
                        <a:buNone/>
                      </a:pPr>
                      <a:r>
                        <a:rPr lang="en-IN" dirty="0"/>
                        <a:t>Literature Survey</a:t>
                      </a:r>
                    </a:p>
                  </a:txBody>
                  <a:tcPr anchor="ctr"/>
                </a:tc>
                <a:tc>
                  <a:txBody>
                    <a:bodyPr/>
                    <a:lstStyle/>
                    <a:p>
                      <a:pPr algn="ctr">
                        <a:buNone/>
                      </a:pPr>
                      <a:r>
                        <a:rPr lang="en-IN" dirty="0"/>
                        <a:t>25</a:t>
                      </a:r>
                    </a:p>
                  </a:txBody>
                  <a:tcPr anchor="ctr"/>
                </a:tc>
                <a:extLst>
                  <a:ext uri="{0D108BD9-81ED-4DB2-BD59-A6C34878D82A}">
                    <a16:rowId xmlns:a16="http://schemas.microsoft.com/office/drawing/2014/main" val="2726574819"/>
                  </a:ext>
                </a:extLst>
              </a:tr>
              <a:tr h="454625">
                <a:tc>
                  <a:txBody>
                    <a:bodyPr/>
                    <a:lstStyle/>
                    <a:p>
                      <a:pPr algn="ctr">
                        <a:buNone/>
                      </a:pPr>
                      <a:r>
                        <a:rPr lang="en-IN"/>
                        <a:t>C</a:t>
                      </a:r>
                    </a:p>
                  </a:txBody>
                  <a:tcPr anchor="ctr"/>
                </a:tc>
                <a:tc>
                  <a:txBody>
                    <a:bodyPr/>
                    <a:lstStyle/>
                    <a:p>
                      <a:pPr>
                        <a:buNone/>
                      </a:pPr>
                      <a:r>
                        <a:rPr lang="en-IN" dirty="0"/>
                        <a:t>System &amp; UI Design</a:t>
                      </a:r>
                    </a:p>
                  </a:txBody>
                  <a:tcPr anchor="ctr"/>
                </a:tc>
                <a:tc>
                  <a:txBody>
                    <a:bodyPr/>
                    <a:lstStyle/>
                    <a:p>
                      <a:pPr algn="ctr">
                        <a:buNone/>
                      </a:pPr>
                      <a:r>
                        <a:rPr lang="en-IN" dirty="0"/>
                        <a:t>40</a:t>
                      </a:r>
                    </a:p>
                  </a:txBody>
                  <a:tcPr anchor="ctr"/>
                </a:tc>
                <a:extLst>
                  <a:ext uri="{0D108BD9-81ED-4DB2-BD59-A6C34878D82A}">
                    <a16:rowId xmlns:a16="http://schemas.microsoft.com/office/drawing/2014/main" val="3945403924"/>
                  </a:ext>
                </a:extLst>
              </a:tr>
              <a:tr h="454625">
                <a:tc>
                  <a:txBody>
                    <a:bodyPr/>
                    <a:lstStyle/>
                    <a:p>
                      <a:pPr algn="ctr">
                        <a:buNone/>
                      </a:pPr>
                      <a:r>
                        <a:rPr lang="en-IN"/>
                        <a:t>D</a:t>
                      </a:r>
                    </a:p>
                  </a:txBody>
                  <a:tcPr anchor="ctr"/>
                </a:tc>
                <a:tc>
                  <a:txBody>
                    <a:bodyPr/>
                    <a:lstStyle/>
                    <a:p>
                      <a:pPr>
                        <a:buNone/>
                      </a:pPr>
                      <a:r>
                        <a:rPr lang="en-IN" dirty="0"/>
                        <a:t>Software Development</a:t>
                      </a:r>
                    </a:p>
                  </a:txBody>
                  <a:tcPr anchor="ctr"/>
                </a:tc>
                <a:tc>
                  <a:txBody>
                    <a:bodyPr/>
                    <a:lstStyle/>
                    <a:p>
                      <a:pPr algn="ctr">
                        <a:buNone/>
                      </a:pPr>
                      <a:r>
                        <a:rPr lang="en-IN" dirty="0"/>
                        <a:t>55</a:t>
                      </a:r>
                    </a:p>
                  </a:txBody>
                  <a:tcPr anchor="ctr"/>
                </a:tc>
                <a:extLst>
                  <a:ext uri="{0D108BD9-81ED-4DB2-BD59-A6C34878D82A}">
                    <a16:rowId xmlns:a16="http://schemas.microsoft.com/office/drawing/2014/main" val="3638532157"/>
                  </a:ext>
                </a:extLst>
              </a:tr>
              <a:tr h="454625">
                <a:tc>
                  <a:txBody>
                    <a:bodyPr/>
                    <a:lstStyle/>
                    <a:p>
                      <a:pPr algn="ctr">
                        <a:buNone/>
                      </a:pPr>
                      <a:r>
                        <a:rPr lang="en-IN"/>
                        <a:t>E</a:t>
                      </a:r>
                    </a:p>
                  </a:txBody>
                  <a:tcPr anchor="ctr"/>
                </a:tc>
                <a:tc>
                  <a:txBody>
                    <a:bodyPr/>
                    <a:lstStyle/>
                    <a:p>
                      <a:pPr>
                        <a:buNone/>
                      </a:pPr>
                      <a:r>
                        <a:rPr lang="en-IN" dirty="0"/>
                        <a:t>AI/OCR Integration</a:t>
                      </a:r>
                    </a:p>
                  </a:txBody>
                  <a:tcPr anchor="ctr"/>
                </a:tc>
                <a:tc>
                  <a:txBody>
                    <a:bodyPr/>
                    <a:lstStyle/>
                    <a:p>
                      <a:pPr algn="ctr">
                        <a:buNone/>
                      </a:pPr>
                      <a:r>
                        <a:rPr lang="en-US" dirty="0"/>
                        <a:t>3</a:t>
                      </a:r>
                      <a:r>
                        <a:rPr lang="en-IN" dirty="0"/>
                        <a:t>0</a:t>
                      </a:r>
                    </a:p>
                  </a:txBody>
                  <a:tcPr anchor="ctr"/>
                </a:tc>
                <a:extLst>
                  <a:ext uri="{0D108BD9-81ED-4DB2-BD59-A6C34878D82A}">
                    <a16:rowId xmlns:a16="http://schemas.microsoft.com/office/drawing/2014/main" val="1108141785"/>
                  </a:ext>
                </a:extLst>
              </a:tr>
              <a:tr h="454625">
                <a:tc>
                  <a:txBody>
                    <a:bodyPr/>
                    <a:lstStyle/>
                    <a:p>
                      <a:pPr algn="ctr">
                        <a:buNone/>
                      </a:pPr>
                      <a:r>
                        <a:rPr lang="en-IN"/>
                        <a:t>F</a:t>
                      </a:r>
                    </a:p>
                  </a:txBody>
                  <a:tcPr anchor="ctr"/>
                </a:tc>
                <a:tc>
                  <a:txBody>
                    <a:bodyPr/>
                    <a:lstStyle/>
                    <a:p>
                      <a:pPr>
                        <a:buNone/>
                      </a:pPr>
                      <a:r>
                        <a:rPr lang="en-IN" dirty="0"/>
                        <a:t>Testing &amp; Optimization</a:t>
                      </a:r>
                    </a:p>
                  </a:txBody>
                  <a:tcPr anchor="ctr"/>
                </a:tc>
                <a:tc>
                  <a:txBody>
                    <a:bodyPr/>
                    <a:lstStyle/>
                    <a:p>
                      <a:pPr algn="ctr">
                        <a:buNone/>
                      </a:pPr>
                      <a:r>
                        <a:rPr lang="en-US" dirty="0"/>
                        <a:t>4</a:t>
                      </a:r>
                      <a:r>
                        <a:rPr lang="en-IN" dirty="0"/>
                        <a:t>0</a:t>
                      </a:r>
                    </a:p>
                  </a:txBody>
                  <a:tcPr anchor="ctr"/>
                </a:tc>
                <a:extLst>
                  <a:ext uri="{0D108BD9-81ED-4DB2-BD59-A6C34878D82A}">
                    <a16:rowId xmlns:a16="http://schemas.microsoft.com/office/drawing/2014/main" val="3435019158"/>
                  </a:ext>
                </a:extLst>
              </a:tr>
              <a:tr h="454625">
                <a:tc>
                  <a:txBody>
                    <a:bodyPr/>
                    <a:lstStyle/>
                    <a:p>
                      <a:pPr algn="ctr">
                        <a:buNone/>
                      </a:pPr>
                      <a:r>
                        <a:rPr lang="en-IN"/>
                        <a:t>G</a:t>
                      </a:r>
                    </a:p>
                  </a:txBody>
                  <a:tcPr anchor="ctr"/>
                </a:tc>
                <a:tc>
                  <a:txBody>
                    <a:bodyPr/>
                    <a:lstStyle/>
                    <a:p>
                      <a:pPr>
                        <a:buNone/>
                      </a:pPr>
                      <a:r>
                        <a:rPr lang="en-IN" dirty="0"/>
                        <a:t>Documentation &amp; Presentation</a:t>
                      </a:r>
                    </a:p>
                  </a:txBody>
                  <a:tcPr anchor="ctr"/>
                </a:tc>
                <a:tc>
                  <a:txBody>
                    <a:bodyPr/>
                    <a:lstStyle/>
                    <a:p>
                      <a:pPr algn="ctr">
                        <a:buNone/>
                      </a:pPr>
                      <a:r>
                        <a:rPr lang="en-IN" dirty="0"/>
                        <a:t>30</a:t>
                      </a:r>
                    </a:p>
                  </a:txBody>
                  <a:tcPr anchor="ctr"/>
                </a:tc>
                <a:extLst>
                  <a:ext uri="{0D108BD9-81ED-4DB2-BD59-A6C34878D82A}">
                    <a16:rowId xmlns:a16="http://schemas.microsoft.com/office/drawing/2014/main" val="2418512038"/>
                  </a:ext>
                </a:extLst>
              </a:tr>
              <a:tr h="454625">
                <a:tc>
                  <a:txBody>
                    <a:bodyPr/>
                    <a:lstStyle/>
                    <a:p>
                      <a:pPr algn="ctr">
                        <a:buNone/>
                      </a:pPr>
                      <a:r>
                        <a:rPr lang="en-IN" b="1"/>
                        <a:t>Total</a:t>
                      </a:r>
                      <a:endParaRPr lang="en-IN"/>
                    </a:p>
                  </a:txBody>
                  <a:tcPr anchor="ctr"/>
                </a:tc>
                <a:tc>
                  <a:txBody>
                    <a:bodyPr/>
                    <a:lstStyle/>
                    <a:p>
                      <a:pPr>
                        <a:buNone/>
                      </a:pPr>
                      <a:r>
                        <a:rPr lang="en-IN" b="1" dirty="0"/>
                        <a:t>Project Duration</a:t>
                      </a:r>
                      <a:endParaRPr lang="en-IN" dirty="0"/>
                    </a:p>
                  </a:txBody>
                  <a:tcPr anchor="ctr"/>
                </a:tc>
                <a:tc>
                  <a:txBody>
                    <a:bodyPr/>
                    <a:lstStyle/>
                    <a:p>
                      <a:pPr algn="ctr">
                        <a:buNone/>
                      </a:pPr>
                      <a:r>
                        <a:rPr lang="en-IN" b="1" dirty="0"/>
                        <a:t>250 Hours</a:t>
                      </a:r>
                      <a:endParaRPr lang="en-IN" dirty="0"/>
                    </a:p>
                  </a:txBody>
                  <a:tcPr anchor="ctr"/>
                </a:tc>
                <a:extLst>
                  <a:ext uri="{0D108BD9-81ED-4DB2-BD59-A6C34878D82A}">
                    <a16:rowId xmlns:a16="http://schemas.microsoft.com/office/drawing/2014/main" val="2256580414"/>
                  </a:ext>
                </a:extLst>
              </a:tr>
            </a:tbl>
          </a:graphicData>
        </a:graphic>
      </p:graphicFrame>
      <p:sp>
        <p:nvSpPr>
          <p:cNvPr id="5" name="Rectangle 4">
            <a:extLst>
              <a:ext uri="{FF2B5EF4-FFF2-40B4-BE49-F238E27FC236}">
                <a16:creationId xmlns:a16="http://schemas.microsoft.com/office/drawing/2014/main" id="{12435FF2-28C8-2D2D-BDEB-0C5DCD1A98EC}"/>
              </a:ext>
            </a:extLst>
          </p:cNvPr>
          <p:cNvSpPr/>
          <p:nvPr/>
        </p:nvSpPr>
        <p:spPr>
          <a:xfrm>
            <a:off x="0" y="12699"/>
            <a:ext cx="12192000" cy="9330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2400" b="1" dirty="0">
                <a:solidFill>
                  <a:schemeClr val="bg1"/>
                </a:solidFill>
              </a:rPr>
              <a:t> KNOWLEDGE INSTITUTE OF TECHNOLOGY</a:t>
            </a:r>
          </a:p>
        </p:txBody>
      </p:sp>
      <p:pic>
        <p:nvPicPr>
          <p:cNvPr id="6" name="Picture 2" descr="Knowledge Institute of Technology – Salem Tamilnadu">
            <a:extLst>
              <a:ext uri="{FF2B5EF4-FFF2-40B4-BE49-F238E27FC236}">
                <a16:creationId xmlns:a16="http://schemas.microsoft.com/office/drawing/2014/main" id="{26419DA3-9A42-55A5-4228-4E21C30A883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81663" y="28295"/>
            <a:ext cx="892617" cy="8926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717324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a:extLst>
              <a:ext uri="{FF2B5EF4-FFF2-40B4-BE49-F238E27FC236}">
                <a16:creationId xmlns:a16="http://schemas.microsoft.com/office/drawing/2014/main" id="{185F3C10-40FA-5845-8029-D5490ECDA88F}"/>
              </a:ext>
            </a:extLst>
          </p:cNvPr>
          <p:cNvSpPr>
            <a:spLocks noGrp="1"/>
          </p:cNvSpPr>
          <p:nvPr>
            <p:ph type="ftr" sz="quarter" idx="17"/>
          </p:nvPr>
        </p:nvSpPr>
        <p:spPr/>
        <p:txBody>
          <a:bodyPr/>
          <a:lstStyle/>
          <a:p>
            <a:fld id="{85954F8D-B7E6-D640-BC50-D014E954A05D}" type="slidenum">
              <a:rPr lang="en-US" smtClean="0"/>
              <a:t>7</a:t>
            </a:fld>
            <a:endParaRPr lang="en-US" dirty="0"/>
          </a:p>
        </p:txBody>
      </p:sp>
      <p:graphicFrame>
        <p:nvGraphicFramePr>
          <p:cNvPr id="5" name="Content Placeholder 4">
            <a:extLst>
              <a:ext uri="{FF2B5EF4-FFF2-40B4-BE49-F238E27FC236}">
                <a16:creationId xmlns:a16="http://schemas.microsoft.com/office/drawing/2014/main" id="{1B7CF859-D7B2-C75E-7BF1-EBC4C51A9D19}"/>
              </a:ext>
            </a:extLst>
          </p:cNvPr>
          <p:cNvGraphicFramePr>
            <a:graphicFrameLocks noGrp="1"/>
          </p:cNvGraphicFramePr>
          <p:nvPr>
            <p:ph idx="1"/>
            <p:extLst>
              <p:ext uri="{D42A27DB-BD31-4B8C-83A1-F6EECF244321}">
                <p14:modId xmlns:p14="http://schemas.microsoft.com/office/powerpoint/2010/main" val="2125539571"/>
              </p:ext>
            </p:extLst>
          </p:nvPr>
        </p:nvGraphicFramePr>
        <p:xfrm>
          <a:off x="1011365" y="1661684"/>
          <a:ext cx="8449158" cy="5183616"/>
        </p:xfrm>
        <a:graphic>
          <a:graphicData uri="http://schemas.openxmlformats.org/drawingml/2006/table">
            <a:tbl>
              <a:tblPr>
                <a:tableStyleId>{616DA210-FB5B-4158-B5E0-FEB733F419BA}</a:tableStyleId>
              </a:tblPr>
              <a:tblGrid>
                <a:gridCol w="514568">
                  <a:extLst>
                    <a:ext uri="{9D8B030D-6E8A-4147-A177-3AD203B41FA5}">
                      <a16:colId xmlns:a16="http://schemas.microsoft.com/office/drawing/2014/main" val="2880506019"/>
                    </a:ext>
                  </a:extLst>
                </a:gridCol>
                <a:gridCol w="3861613">
                  <a:extLst>
                    <a:ext uri="{9D8B030D-6E8A-4147-A177-3AD203B41FA5}">
                      <a16:colId xmlns:a16="http://schemas.microsoft.com/office/drawing/2014/main" val="1750860139"/>
                    </a:ext>
                  </a:extLst>
                </a:gridCol>
                <a:gridCol w="4072977">
                  <a:extLst>
                    <a:ext uri="{9D8B030D-6E8A-4147-A177-3AD203B41FA5}">
                      <a16:colId xmlns:a16="http://schemas.microsoft.com/office/drawing/2014/main" val="2929902668"/>
                    </a:ext>
                  </a:extLst>
                </a:gridCol>
              </a:tblGrid>
              <a:tr h="392463">
                <a:tc>
                  <a:txBody>
                    <a:bodyPr/>
                    <a:lstStyle/>
                    <a:p>
                      <a:pPr algn="ctr">
                        <a:buNone/>
                      </a:pPr>
                      <a:r>
                        <a:rPr lang="en-IN" b="1" dirty="0"/>
                        <a:t>ID</a:t>
                      </a:r>
                      <a:endParaRPr lang="en-IN" dirty="0"/>
                    </a:p>
                  </a:txBody>
                  <a:tcPr anchor="ctr"/>
                </a:tc>
                <a:tc>
                  <a:txBody>
                    <a:bodyPr/>
                    <a:lstStyle/>
                    <a:p>
                      <a:pPr>
                        <a:buNone/>
                      </a:pPr>
                      <a:r>
                        <a:rPr lang="en-IN" b="1"/>
                        <a:t>Activity</a:t>
                      </a:r>
                      <a:endParaRPr lang="en-IN"/>
                    </a:p>
                  </a:txBody>
                  <a:tcPr anchor="ctr"/>
                </a:tc>
                <a:tc>
                  <a:txBody>
                    <a:bodyPr/>
                    <a:lstStyle/>
                    <a:p>
                      <a:pPr algn="ctr">
                        <a:buNone/>
                      </a:pPr>
                      <a:r>
                        <a:rPr lang="en-IN" b="1"/>
                        <a:t>Predecessor</a:t>
                      </a:r>
                      <a:endParaRPr lang="en-IN"/>
                    </a:p>
                  </a:txBody>
                  <a:tcPr anchor="ctr"/>
                </a:tc>
                <a:extLst>
                  <a:ext uri="{0D108BD9-81ED-4DB2-BD59-A6C34878D82A}">
                    <a16:rowId xmlns:a16="http://schemas.microsoft.com/office/drawing/2014/main" val="2168347262"/>
                  </a:ext>
                </a:extLst>
              </a:tr>
              <a:tr h="622557">
                <a:tc>
                  <a:txBody>
                    <a:bodyPr/>
                    <a:lstStyle/>
                    <a:p>
                      <a:pPr algn="ctr">
                        <a:buNone/>
                      </a:pPr>
                      <a:r>
                        <a:rPr lang="en-IN"/>
                        <a:t>A</a:t>
                      </a:r>
                    </a:p>
                  </a:txBody>
                  <a:tcPr anchor="ctr"/>
                </a:tc>
                <a:tc>
                  <a:txBody>
                    <a:bodyPr/>
                    <a:lstStyle/>
                    <a:p>
                      <a:pPr>
                        <a:buNone/>
                      </a:pPr>
                      <a:r>
                        <a:rPr lang="en-IN" dirty="0"/>
                        <a:t>Requirement Analysis</a:t>
                      </a:r>
                    </a:p>
                  </a:txBody>
                  <a:tcPr anchor="ctr"/>
                </a:tc>
                <a:tc>
                  <a:txBody>
                    <a:bodyPr/>
                    <a:lstStyle/>
                    <a:p>
                      <a:pPr algn="ctr">
                        <a:buNone/>
                      </a:pPr>
                      <a:r>
                        <a:rPr lang="en-IN"/>
                        <a:t>—</a:t>
                      </a:r>
                    </a:p>
                  </a:txBody>
                  <a:tcPr anchor="ctr"/>
                </a:tc>
                <a:extLst>
                  <a:ext uri="{0D108BD9-81ED-4DB2-BD59-A6C34878D82A}">
                    <a16:rowId xmlns:a16="http://schemas.microsoft.com/office/drawing/2014/main" val="2182258472"/>
                  </a:ext>
                </a:extLst>
              </a:tr>
              <a:tr h="566104">
                <a:tc>
                  <a:txBody>
                    <a:bodyPr/>
                    <a:lstStyle/>
                    <a:p>
                      <a:pPr algn="ctr">
                        <a:buNone/>
                      </a:pPr>
                      <a:r>
                        <a:rPr lang="en-IN"/>
                        <a:t>B</a:t>
                      </a:r>
                    </a:p>
                  </a:txBody>
                  <a:tcPr anchor="ctr"/>
                </a:tc>
                <a:tc>
                  <a:txBody>
                    <a:bodyPr/>
                    <a:lstStyle/>
                    <a:p>
                      <a:pPr>
                        <a:buNone/>
                      </a:pPr>
                      <a:r>
                        <a:rPr lang="en-IN" dirty="0"/>
                        <a:t>Literature Survey</a:t>
                      </a:r>
                    </a:p>
                  </a:txBody>
                  <a:tcPr anchor="ctr"/>
                </a:tc>
                <a:tc>
                  <a:txBody>
                    <a:bodyPr/>
                    <a:lstStyle/>
                    <a:p>
                      <a:pPr algn="ctr">
                        <a:buNone/>
                      </a:pPr>
                      <a:r>
                        <a:rPr lang="en-IN"/>
                        <a:t>A</a:t>
                      </a:r>
                    </a:p>
                  </a:txBody>
                  <a:tcPr anchor="ctr"/>
                </a:tc>
                <a:extLst>
                  <a:ext uri="{0D108BD9-81ED-4DB2-BD59-A6C34878D82A}">
                    <a16:rowId xmlns:a16="http://schemas.microsoft.com/office/drawing/2014/main" val="3319985896"/>
                  </a:ext>
                </a:extLst>
              </a:tr>
              <a:tr h="686809">
                <a:tc>
                  <a:txBody>
                    <a:bodyPr/>
                    <a:lstStyle/>
                    <a:p>
                      <a:pPr algn="ctr">
                        <a:buNone/>
                      </a:pPr>
                      <a:r>
                        <a:rPr lang="en-IN"/>
                        <a:t>C</a:t>
                      </a:r>
                    </a:p>
                  </a:txBody>
                  <a:tcPr anchor="ctr"/>
                </a:tc>
                <a:tc>
                  <a:txBody>
                    <a:bodyPr/>
                    <a:lstStyle/>
                    <a:p>
                      <a:pPr>
                        <a:buNone/>
                      </a:pPr>
                      <a:r>
                        <a:rPr lang="en-IN" dirty="0"/>
                        <a:t>System Design</a:t>
                      </a:r>
                    </a:p>
                  </a:txBody>
                  <a:tcPr anchor="ctr"/>
                </a:tc>
                <a:tc>
                  <a:txBody>
                    <a:bodyPr/>
                    <a:lstStyle/>
                    <a:p>
                      <a:pPr algn="ctr">
                        <a:buNone/>
                      </a:pPr>
                      <a:r>
                        <a:rPr lang="en-IN"/>
                        <a:t>B</a:t>
                      </a:r>
                    </a:p>
                  </a:txBody>
                  <a:tcPr anchor="ctr"/>
                </a:tc>
                <a:extLst>
                  <a:ext uri="{0D108BD9-81ED-4DB2-BD59-A6C34878D82A}">
                    <a16:rowId xmlns:a16="http://schemas.microsoft.com/office/drawing/2014/main" val="935430523"/>
                  </a:ext>
                </a:extLst>
              </a:tr>
              <a:tr h="686809">
                <a:tc>
                  <a:txBody>
                    <a:bodyPr/>
                    <a:lstStyle/>
                    <a:p>
                      <a:pPr algn="ctr">
                        <a:buNone/>
                      </a:pPr>
                      <a:r>
                        <a:rPr lang="en-IN"/>
                        <a:t>D</a:t>
                      </a:r>
                    </a:p>
                  </a:txBody>
                  <a:tcPr anchor="ctr"/>
                </a:tc>
                <a:tc>
                  <a:txBody>
                    <a:bodyPr/>
                    <a:lstStyle/>
                    <a:p>
                      <a:pPr>
                        <a:buNone/>
                      </a:pPr>
                      <a:r>
                        <a:rPr lang="en-IN" dirty="0"/>
                        <a:t>Frontend &amp; Backend Development</a:t>
                      </a:r>
                    </a:p>
                  </a:txBody>
                  <a:tcPr anchor="ctr"/>
                </a:tc>
                <a:tc>
                  <a:txBody>
                    <a:bodyPr/>
                    <a:lstStyle/>
                    <a:p>
                      <a:pPr algn="ctr">
                        <a:buNone/>
                      </a:pPr>
                      <a:r>
                        <a:rPr lang="en-IN"/>
                        <a:t>C</a:t>
                      </a:r>
                    </a:p>
                  </a:txBody>
                  <a:tcPr anchor="ctr"/>
                </a:tc>
                <a:extLst>
                  <a:ext uri="{0D108BD9-81ED-4DB2-BD59-A6C34878D82A}">
                    <a16:rowId xmlns:a16="http://schemas.microsoft.com/office/drawing/2014/main" val="3903606828"/>
                  </a:ext>
                </a:extLst>
              </a:tr>
              <a:tr h="562762">
                <a:tc>
                  <a:txBody>
                    <a:bodyPr/>
                    <a:lstStyle/>
                    <a:p>
                      <a:pPr algn="ctr">
                        <a:buNone/>
                      </a:pPr>
                      <a:r>
                        <a:rPr lang="en-IN"/>
                        <a:t>E</a:t>
                      </a:r>
                    </a:p>
                  </a:txBody>
                  <a:tcPr anchor="ctr"/>
                </a:tc>
                <a:tc>
                  <a:txBody>
                    <a:bodyPr/>
                    <a:lstStyle/>
                    <a:p>
                      <a:pPr>
                        <a:buNone/>
                      </a:pPr>
                      <a:r>
                        <a:rPr lang="en-IN" dirty="0"/>
                        <a:t>OCR &amp; AI Integration</a:t>
                      </a:r>
                    </a:p>
                  </a:txBody>
                  <a:tcPr anchor="ctr"/>
                </a:tc>
                <a:tc>
                  <a:txBody>
                    <a:bodyPr/>
                    <a:lstStyle/>
                    <a:p>
                      <a:pPr algn="ctr">
                        <a:buNone/>
                      </a:pPr>
                      <a:r>
                        <a:rPr lang="en-IN"/>
                        <a:t>D</a:t>
                      </a:r>
                    </a:p>
                  </a:txBody>
                  <a:tcPr anchor="ctr"/>
                </a:tc>
                <a:extLst>
                  <a:ext uri="{0D108BD9-81ED-4DB2-BD59-A6C34878D82A}">
                    <a16:rowId xmlns:a16="http://schemas.microsoft.com/office/drawing/2014/main" val="708238758"/>
                  </a:ext>
                </a:extLst>
              </a:tr>
              <a:tr h="587558">
                <a:tc>
                  <a:txBody>
                    <a:bodyPr/>
                    <a:lstStyle/>
                    <a:p>
                      <a:pPr algn="ctr">
                        <a:buNone/>
                      </a:pPr>
                      <a:r>
                        <a:rPr lang="en-IN"/>
                        <a:t>F</a:t>
                      </a:r>
                    </a:p>
                  </a:txBody>
                  <a:tcPr anchor="ctr"/>
                </a:tc>
                <a:tc>
                  <a:txBody>
                    <a:bodyPr/>
                    <a:lstStyle/>
                    <a:p>
                      <a:pPr>
                        <a:buNone/>
                      </a:pPr>
                      <a:r>
                        <a:rPr lang="en-IN" dirty="0"/>
                        <a:t>System Integration</a:t>
                      </a:r>
                    </a:p>
                  </a:txBody>
                  <a:tcPr anchor="ctr"/>
                </a:tc>
                <a:tc>
                  <a:txBody>
                    <a:bodyPr/>
                    <a:lstStyle/>
                    <a:p>
                      <a:pPr algn="ctr">
                        <a:buNone/>
                      </a:pPr>
                      <a:r>
                        <a:rPr lang="en-IN" dirty="0"/>
                        <a:t>E</a:t>
                      </a:r>
                    </a:p>
                  </a:txBody>
                  <a:tcPr anchor="ctr"/>
                </a:tc>
                <a:extLst>
                  <a:ext uri="{0D108BD9-81ED-4DB2-BD59-A6C34878D82A}">
                    <a16:rowId xmlns:a16="http://schemas.microsoft.com/office/drawing/2014/main" val="4143411533"/>
                  </a:ext>
                </a:extLst>
              </a:tr>
              <a:tr h="649092">
                <a:tc>
                  <a:txBody>
                    <a:bodyPr/>
                    <a:lstStyle/>
                    <a:p>
                      <a:pPr algn="ctr">
                        <a:buNone/>
                      </a:pPr>
                      <a:r>
                        <a:rPr lang="en-US" dirty="0"/>
                        <a:t>G</a:t>
                      </a:r>
                      <a:endParaRPr lang="en-IN" dirty="0"/>
                    </a:p>
                  </a:txBody>
                  <a:tcPr anchor="ctr"/>
                </a:tc>
                <a:tc>
                  <a:txBody>
                    <a:bodyPr/>
                    <a:lstStyle/>
                    <a:p>
                      <a:pPr>
                        <a:buNone/>
                      </a:pPr>
                      <a:r>
                        <a:rPr lang="en-IN" dirty="0"/>
                        <a:t>Testing &amp; Optimization</a:t>
                      </a:r>
                    </a:p>
                  </a:txBody>
                  <a:tcPr anchor="ctr"/>
                </a:tc>
                <a:tc>
                  <a:txBody>
                    <a:bodyPr/>
                    <a:lstStyle/>
                    <a:p>
                      <a:pPr algn="ctr">
                        <a:buNone/>
                      </a:pPr>
                      <a:r>
                        <a:rPr lang="en-US" dirty="0"/>
                        <a:t>F</a:t>
                      </a:r>
                      <a:endParaRPr lang="en-IN" dirty="0"/>
                    </a:p>
                  </a:txBody>
                  <a:tcPr anchor="ctr"/>
                </a:tc>
                <a:extLst>
                  <a:ext uri="{0D108BD9-81ED-4DB2-BD59-A6C34878D82A}">
                    <a16:rowId xmlns:a16="http://schemas.microsoft.com/office/drawing/2014/main" val="1887587456"/>
                  </a:ext>
                </a:extLst>
              </a:tr>
              <a:tr h="429462">
                <a:tc>
                  <a:txBody>
                    <a:bodyPr/>
                    <a:lstStyle/>
                    <a:p>
                      <a:pPr algn="ctr">
                        <a:buNone/>
                      </a:pPr>
                      <a:r>
                        <a:rPr lang="en-IN" dirty="0"/>
                        <a:t>H</a:t>
                      </a:r>
                    </a:p>
                  </a:txBody>
                  <a:tcPr anchor="ctr"/>
                </a:tc>
                <a:tc>
                  <a:txBody>
                    <a:bodyPr/>
                    <a:lstStyle/>
                    <a:p>
                      <a:pPr>
                        <a:buNone/>
                      </a:pPr>
                      <a:r>
                        <a:rPr lang="en-IN" dirty="0"/>
                        <a:t>Documentation &amp; Presentation</a:t>
                      </a:r>
                    </a:p>
                  </a:txBody>
                  <a:tcPr anchor="ctr"/>
                </a:tc>
                <a:tc>
                  <a:txBody>
                    <a:bodyPr/>
                    <a:lstStyle/>
                    <a:p>
                      <a:pPr algn="ctr">
                        <a:buNone/>
                      </a:pPr>
                      <a:r>
                        <a:rPr lang="en-IN" dirty="0"/>
                        <a:t>G</a:t>
                      </a:r>
                    </a:p>
                  </a:txBody>
                  <a:tcPr anchor="ctr"/>
                </a:tc>
                <a:extLst>
                  <a:ext uri="{0D108BD9-81ED-4DB2-BD59-A6C34878D82A}">
                    <a16:rowId xmlns:a16="http://schemas.microsoft.com/office/drawing/2014/main" val="3058057182"/>
                  </a:ext>
                </a:extLst>
              </a:tr>
            </a:tbl>
          </a:graphicData>
        </a:graphic>
      </p:graphicFrame>
      <p:sp>
        <p:nvSpPr>
          <p:cNvPr id="21" name="Rectangle 20">
            <a:extLst>
              <a:ext uri="{FF2B5EF4-FFF2-40B4-BE49-F238E27FC236}">
                <a16:creationId xmlns:a16="http://schemas.microsoft.com/office/drawing/2014/main" id="{F450BACB-BAD2-B811-AEB3-0D7478CF0CFD}"/>
              </a:ext>
            </a:extLst>
          </p:cNvPr>
          <p:cNvSpPr/>
          <p:nvPr/>
        </p:nvSpPr>
        <p:spPr>
          <a:xfrm>
            <a:off x="0" y="12699"/>
            <a:ext cx="12192000" cy="9330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2400" b="1" dirty="0">
                <a:solidFill>
                  <a:schemeClr val="bg1"/>
                </a:solidFill>
              </a:rPr>
              <a:t> KNOWLEDGE INSTITUTE OF TECHNOLOGY</a:t>
            </a:r>
          </a:p>
        </p:txBody>
      </p:sp>
      <p:pic>
        <p:nvPicPr>
          <p:cNvPr id="22" name="Picture 2" descr="Knowledge Institute of Technology – Salem Tamilnadu">
            <a:extLst>
              <a:ext uri="{FF2B5EF4-FFF2-40B4-BE49-F238E27FC236}">
                <a16:creationId xmlns:a16="http://schemas.microsoft.com/office/drawing/2014/main" id="{245FC4DD-935D-244C-F1FD-8A9F36222F5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81663" y="28295"/>
            <a:ext cx="892617" cy="892617"/>
          </a:xfrm>
          <a:prstGeom prst="rect">
            <a:avLst/>
          </a:prstGeom>
          <a:noFill/>
          <a:extLst>
            <a:ext uri="{909E8E84-426E-40DD-AFC4-6F175D3DCCD1}">
              <a14:hiddenFill xmlns:a14="http://schemas.microsoft.com/office/drawing/2010/main">
                <a:solidFill>
                  <a:srgbClr val="FFFFFF"/>
                </a:solidFill>
              </a14:hiddenFill>
            </a:ext>
          </a:extLst>
        </p:spPr>
      </p:pic>
      <p:sp>
        <p:nvSpPr>
          <p:cNvPr id="4" name="Title 3">
            <a:extLst>
              <a:ext uri="{FF2B5EF4-FFF2-40B4-BE49-F238E27FC236}">
                <a16:creationId xmlns:a16="http://schemas.microsoft.com/office/drawing/2014/main" id="{27F1A5EB-5483-8BBB-1ED9-5B087FDDE7E4}"/>
              </a:ext>
            </a:extLst>
          </p:cNvPr>
          <p:cNvSpPr>
            <a:spLocks noGrp="1"/>
          </p:cNvSpPr>
          <p:nvPr>
            <p:ph type="title"/>
          </p:nvPr>
        </p:nvSpPr>
        <p:spPr>
          <a:xfrm>
            <a:off x="566927" y="1016564"/>
            <a:ext cx="6794571" cy="574263"/>
          </a:xfrm>
        </p:spPr>
        <p:txBody>
          <a:bodyPr/>
          <a:lstStyle/>
          <a:p>
            <a:r>
              <a:rPr lang="en-IN" dirty="0"/>
              <a:t>Activity Precedence Table</a:t>
            </a:r>
          </a:p>
        </p:txBody>
      </p:sp>
    </p:spTree>
    <p:extLst>
      <p:ext uri="{BB962C8B-B14F-4D97-AF65-F5344CB8AC3E}">
        <p14:creationId xmlns:p14="http://schemas.microsoft.com/office/powerpoint/2010/main" val="29211353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a:extLst>
              <a:ext uri="{FF2B5EF4-FFF2-40B4-BE49-F238E27FC236}">
                <a16:creationId xmlns:a16="http://schemas.microsoft.com/office/drawing/2014/main" id="{74204B13-12CE-5849-82EE-2A784C3AC220}"/>
              </a:ext>
            </a:extLst>
          </p:cNvPr>
          <p:cNvSpPr>
            <a:spLocks noGrp="1"/>
          </p:cNvSpPr>
          <p:nvPr>
            <p:ph type="ftr" sz="quarter" idx="10"/>
          </p:nvPr>
        </p:nvSpPr>
        <p:spPr/>
        <p:txBody>
          <a:bodyPr/>
          <a:lstStyle/>
          <a:p>
            <a:fld id="{EB53C135-CEC6-A548-8917-8F7FEB82358B}" type="slidenum">
              <a:rPr lang="en-US" smtClean="0"/>
              <a:pPr/>
              <a:t>8</a:t>
            </a:fld>
            <a:endParaRPr lang="en-US" dirty="0"/>
          </a:p>
        </p:txBody>
      </p:sp>
      <p:sp>
        <p:nvSpPr>
          <p:cNvPr id="58" name="Title 57">
            <a:extLst>
              <a:ext uri="{FF2B5EF4-FFF2-40B4-BE49-F238E27FC236}">
                <a16:creationId xmlns:a16="http://schemas.microsoft.com/office/drawing/2014/main" id="{3A9EFF2A-3D5F-B622-E440-9E0445FE1A0A}"/>
              </a:ext>
            </a:extLst>
          </p:cNvPr>
          <p:cNvSpPr>
            <a:spLocks noGrp="1"/>
          </p:cNvSpPr>
          <p:nvPr>
            <p:ph type="title"/>
          </p:nvPr>
        </p:nvSpPr>
        <p:spPr>
          <a:xfrm>
            <a:off x="566928" y="1113692"/>
            <a:ext cx="6951472" cy="558629"/>
          </a:xfrm>
        </p:spPr>
        <p:txBody>
          <a:bodyPr/>
          <a:lstStyle/>
          <a:p>
            <a:r>
              <a:rPr lang="en-IN" dirty="0"/>
              <a:t>Glossary:</a:t>
            </a:r>
          </a:p>
        </p:txBody>
      </p:sp>
      <p:sp>
        <p:nvSpPr>
          <p:cNvPr id="59" name="Rectangle 58">
            <a:extLst>
              <a:ext uri="{FF2B5EF4-FFF2-40B4-BE49-F238E27FC236}">
                <a16:creationId xmlns:a16="http://schemas.microsoft.com/office/drawing/2014/main" id="{EDB0BD1B-638F-3CA9-D944-D5AA0B38D913}"/>
              </a:ext>
            </a:extLst>
          </p:cNvPr>
          <p:cNvSpPr/>
          <p:nvPr/>
        </p:nvSpPr>
        <p:spPr>
          <a:xfrm>
            <a:off x="0" y="12699"/>
            <a:ext cx="12192000" cy="9330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2400" b="1" dirty="0">
                <a:solidFill>
                  <a:schemeClr val="bg1"/>
                </a:solidFill>
              </a:rPr>
              <a:t> KNOWLEDGE INSTITUTE OF TECHNOLOGY</a:t>
            </a:r>
          </a:p>
        </p:txBody>
      </p:sp>
      <p:pic>
        <p:nvPicPr>
          <p:cNvPr id="60" name="Picture 2" descr="Knowledge Institute of Technology – Salem Tamilnadu">
            <a:extLst>
              <a:ext uri="{FF2B5EF4-FFF2-40B4-BE49-F238E27FC236}">
                <a16:creationId xmlns:a16="http://schemas.microsoft.com/office/drawing/2014/main" id="{3843E347-A6B6-62FF-37CF-F04424D6C25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81663" y="28295"/>
            <a:ext cx="892617" cy="892617"/>
          </a:xfrm>
          <a:prstGeom prst="rect">
            <a:avLst/>
          </a:prstGeom>
          <a:noFill/>
          <a:extLst>
            <a:ext uri="{909E8E84-426E-40DD-AFC4-6F175D3DCCD1}">
              <a14:hiddenFill xmlns:a14="http://schemas.microsoft.com/office/drawing/2010/main">
                <a:solidFill>
                  <a:srgbClr val="FFFFFF"/>
                </a:solidFill>
              </a14:hiddenFill>
            </a:ext>
          </a:extLst>
        </p:spPr>
      </p:pic>
      <p:sp>
        <p:nvSpPr>
          <p:cNvPr id="2" name="Content Placeholder 1">
            <a:extLst>
              <a:ext uri="{FF2B5EF4-FFF2-40B4-BE49-F238E27FC236}">
                <a16:creationId xmlns:a16="http://schemas.microsoft.com/office/drawing/2014/main" id="{5695DA92-F948-A6F7-CB8A-8C0CCFDC5AB0}"/>
              </a:ext>
            </a:extLst>
          </p:cNvPr>
          <p:cNvSpPr>
            <a:spLocks noGrp="1" noChangeArrowheads="1"/>
          </p:cNvSpPr>
          <p:nvPr>
            <p:ph idx="1"/>
          </p:nvPr>
        </p:nvSpPr>
        <p:spPr bwMode="auto">
          <a:xfrm>
            <a:off x="614234" y="2117694"/>
            <a:ext cx="10963532" cy="3093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00000"/>
              </a:lnSpc>
            </a:pPr>
            <a:r>
              <a:rPr lang="en-IN" sz="2000" b="1" dirty="0"/>
              <a:t>AI : </a:t>
            </a:r>
            <a:r>
              <a:rPr lang="en-IN" sz="2000" dirty="0"/>
              <a:t>Artificial Intelligence processes and explains healthcare information.</a:t>
            </a:r>
          </a:p>
          <a:p>
            <a:pPr>
              <a:lnSpc>
                <a:spcPct val="100000"/>
              </a:lnSpc>
            </a:pPr>
            <a:r>
              <a:rPr lang="en-IN" sz="2000" b="1" dirty="0"/>
              <a:t>OCR : </a:t>
            </a:r>
            <a:r>
              <a:rPr lang="en-IN" sz="2000" dirty="0"/>
              <a:t>Converts medical report images into readable text.</a:t>
            </a:r>
          </a:p>
          <a:p>
            <a:pPr>
              <a:lnSpc>
                <a:spcPct val="100000"/>
              </a:lnSpc>
            </a:pPr>
            <a:r>
              <a:rPr lang="en-IN" sz="2000" b="1" dirty="0" err="1"/>
              <a:t>HealthAI</a:t>
            </a:r>
            <a:r>
              <a:rPr lang="en-IN" sz="2000" b="1" dirty="0"/>
              <a:t> : </a:t>
            </a:r>
            <a:r>
              <a:rPr lang="en-IN" sz="2000" dirty="0"/>
              <a:t>AI-based system for medical report analysis and health information</a:t>
            </a:r>
            <a:endParaRPr lang="en-IN" sz="2000" b="1" dirty="0"/>
          </a:p>
          <a:p>
            <a:pPr>
              <a:lnSpc>
                <a:spcPct val="100000"/>
              </a:lnSpc>
            </a:pPr>
            <a:r>
              <a:rPr lang="en-IN" sz="2000" b="1" dirty="0"/>
              <a:t>Frontend : </a:t>
            </a:r>
            <a:r>
              <a:rPr lang="en-IN" sz="2000" dirty="0"/>
              <a:t>The user-facing part of the </a:t>
            </a:r>
            <a:r>
              <a:rPr lang="en-IN" sz="2000" dirty="0" err="1"/>
              <a:t>HealthAI</a:t>
            </a:r>
            <a:r>
              <a:rPr lang="en-IN" sz="2000" dirty="0"/>
              <a:t> application</a:t>
            </a:r>
            <a:endParaRPr lang="en-IN" sz="2000" b="1" dirty="0"/>
          </a:p>
          <a:p>
            <a:pPr>
              <a:lnSpc>
                <a:spcPct val="100000"/>
              </a:lnSpc>
            </a:pPr>
            <a:r>
              <a:rPr lang="en-IN" sz="2000" b="1" dirty="0"/>
              <a:t>Backend : </a:t>
            </a:r>
            <a:r>
              <a:rPr lang="en-IN" sz="2000" dirty="0"/>
              <a:t>Processes requests and connects with AI services.</a:t>
            </a:r>
            <a:endParaRPr lang="en-IN" sz="2000" b="1" dirty="0"/>
          </a:p>
          <a:p>
            <a:pPr>
              <a:lnSpc>
                <a:spcPct val="100000"/>
              </a:lnSpc>
            </a:pPr>
            <a:r>
              <a:rPr lang="en-IN" sz="2000" dirty="0"/>
              <a:t>Processes requests and connects with AI services.</a:t>
            </a:r>
          </a:p>
          <a:p>
            <a:pPr>
              <a:lnSpc>
                <a:spcPct val="100000"/>
              </a:lnSpc>
            </a:pPr>
            <a:r>
              <a:rPr lang="en-IN" sz="2000" b="1" dirty="0"/>
              <a:t>Chatbot : </a:t>
            </a:r>
            <a:r>
              <a:rPr lang="en-IN" sz="2000" dirty="0"/>
              <a:t>Provides general health-related information through conversation.</a:t>
            </a:r>
          </a:p>
          <a:p>
            <a:pPr>
              <a:lnSpc>
                <a:spcPct val="100000"/>
              </a:lnSpc>
            </a:pPr>
            <a:r>
              <a:rPr lang="en-IN" sz="2000" b="1" dirty="0"/>
              <a:t>API : </a:t>
            </a:r>
            <a:r>
              <a:rPr lang="en-IN" sz="2000" dirty="0"/>
              <a:t>Enables communication between frontend and </a:t>
            </a:r>
            <a:r>
              <a:rPr lang="en-IN" sz="2000" dirty="0" err="1"/>
              <a:t>backen</a:t>
            </a:r>
            <a:r>
              <a:rPr lang="en-IN" sz="2000" dirty="0"/>
              <a:t>.</a:t>
            </a:r>
            <a:endParaRPr lang="en-IN" sz="2000" b="1" dirty="0"/>
          </a:p>
        </p:txBody>
      </p:sp>
    </p:spTree>
    <p:extLst>
      <p:ext uri="{BB962C8B-B14F-4D97-AF65-F5344CB8AC3E}">
        <p14:creationId xmlns:p14="http://schemas.microsoft.com/office/powerpoint/2010/main" val="2782886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479EA7-98F6-6B2B-D294-AF99CB4931CC}"/>
            </a:ext>
          </a:extLst>
        </p:cNvPr>
        <p:cNvGrpSpPr/>
        <p:nvPr/>
      </p:nvGrpSpPr>
      <p:grpSpPr>
        <a:xfrm>
          <a:off x="0" y="0"/>
          <a:ext cx="0" cy="0"/>
          <a:chOff x="0" y="0"/>
          <a:chExt cx="0" cy="0"/>
        </a:xfrm>
      </p:grpSpPr>
      <p:sp>
        <p:nvSpPr>
          <p:cNvPr id="7" name="Slide Number">
            <a:extLst>
              <a:ext uri="{FF2B5EF4-FFF2-40B4-BE49-F238E27FC236}">
                <a16:creationId xmlns:a16="http://schemas.microsoft.com/office/drawing/2014/main" id="{38533669-9E2E-BCA1-4AC3-2F61F885F7CB}"/>
              </a:ext>
            </a:extLst>
          </p:cNvPr>
          <p:cNvSpPr>
            <a:spLocks noGrp="1"/>
          </p:cNvSpPr>
          <p:nvPr>
            <p:ph type="ftr" sz="quarter" idx="17"/>
          </p:nvPr>
        </p:nvSpPr>
        <p:spPr/>
        <p:txBody>
          <a:bodyPr/>
          <a:lstStyle/>
          <a:p>
            <a:fld id="{85954F8D-B7E6-D640-BC50-D014E954A05D}" type="slidenum">
              <a:rPr lang="en-US" smtClean="0"/>
              <a:t>9</a:t>
            </a:fld>
            <a:endParaRPr lang="en-US" dirty="0"/>
          </a:p>
        </p:txBody>
      </p:sp>
      <p:sp>
        <p:nvSpPr>
          <p:cNvPr id="21" name="Rectangle 20">
            <a:extLst>
              <a:ext uri="{FF2B5EF4-FFF2-40B4-BE49-F238E27FC236}">
                <a16:creationId xmlns:a16="http://schemas.microsoft.com/office/drawing/2014/main" id="{ED9EAD4E-4CBA-3CFB-BDAF-B4DEAA604ED3}"/>
              </a:ext>
            </a:extLst>
          </p:cNvPr>
          <p:cNvSpPr/>
          <p:nvPr/>
        </p:nvSpPr>
        <p:spPr>
          <a:xfrm>
            <a:off x="0" y="12699"/>
            <a:ext cx="12192000" cy="9330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2400" b="1" dirty="0">
                <a:solidFill>
                  <a:schemeClr val="bg1"/>
                </a:solidFill>
              </a:rPr>
              <a:t> KNOWLEDGE INSTITUTE OF TECHNOLOGY</a:t>
            </a:r>
          </a:p>
        </p:txBody>
      </p:sp>
      <p:pic>
        <p:nvPicPr>
          <p:cNvPr id="22" name="Picture 2" descr="Knowledge Institute of Technology – Salem Tamilnadu">
            <a:extLst>
              <a:ext uri="{FF2B5EF4-FFF2-40B4-BE49-F238E27FC236}">
                <a16:creationId xmlns:a16="http://schemas.microsoft.com/office/drawing/2014/main" id="{ADC90A71-DE45-773A-657E-79A894C659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81663" y="28295"/>
            <a:ext cx="892617" cy="892617"/>
          </a:xfrm>
          <a:prstGeom prst="rect">
            <a:avLst/>
          </a:prstGeom>
          <a:noFill/>
          <a:extLst>
            <a:ext uri="{909E8E84-426E-40DD-AFC4-6F175D3DCCD1}">
              <a14:hiddenFill xmlns:a14="http://schemas.microsoft.com/office/drawing/2010/main">
                <a:solidFill>
                  <a:srgbClr val="FFFFFF"/>
                </a:solidFill>
              </a14:hiddenFill>
            </a:ext>
          </a:extLst>
        </p:spPr>
      </p:pic>
      <p:sp>
        <p:nvSpPr>
          <p:cNvPr id="4" name="Title 3">
            <a:extLst>
              <a:ext uri="{FF2B5EF4-FFF2-40B4-BE49-F238E27FC236}">
                <a16:creationId xmlns:a16="http://schemas.microsoft.com/office/drawing/2014/main" id="{6A1CCCC5-39BE-33E1-78FE-261157664320}"/>
              </a:ext>
            </a:extLst>
          </p:cNvPr>
          <p:cNvSpPr>
            <a:spLocks noGrp="1"/>
          </p:cNvSpPr>
          <p:nvPr>
            <p:ph type="title"/>
          </p:nvPr>
        </p:nvSpPr>
        <p:spPr>
          <a:xfrm>
            <a:off x="566927" y="961305"/>
            <a:ext cx="7765543" cy="668204"/>
          </a:xfrm>
        </p:spPr>
        <p:txBody>
          <a:bodyPr/>
          <a:lstStyle/>
          <a:p>
            <a:r>
              <a:rPr lang="en-IN" dirty="0"/>
              <a:t>Core</a:t>
            </a:r>
            <a:r>
              <a:rPr lang="en-IN" b="1" dirty="0"/>
              <a:t> </a:t>
            </a:r>
            <a:r>
              <a:rPr lang="en-IN" dirty="0"/>
              <a:t>Technologies</a:t>
            </a:r>
            <a:r>
              <a:rPr lang="en-IN" b="1" dirty="0"/>
              <a:t> </a:t>
            </a:r>
            <a:r>
              <a:rPr lang="en-IN" dirty="0"/>
              <a:t>&amp; Principles </a:t>
            </a:r>
          </a:p>
        </p:txBody>
      </p:sp>
      <p:sp>
        <p:nvSpPr>
          <p:cNvPr id="6" name="Rectangle 1">
            <a:extLst>
              <a:ext uri="{FF2B5EF4-FFF2-40B4-BE49-F238E27FC236}">
                <a16:creationId xmlns:a16="http://schemas.microsoft.com/office/drawing/2014/main" id="{0BCB7B48-4B54-1AA9-C2C4-414E23B31185}"/>
              </a:ext>
            </a:extLst>
          </p:cNvPr>
          <p:cNvSpPr>
            <a:spLocks noGrp="1" noChangeArrowheads="1"/>
          </p:cNvSpPr>
          <p:nvPr>
            <p:ph idx="1"/>
          </p:nvPr>
        </p:nvSpPr>
        <p:spPr bwMode="auto">
          <a:xfrm>
            <a:off x="502920" y="1722049"/>
            <a:ext cx="11483134" cy="49398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00000"/>
              </a:lnSpc>
            </a:pPr>
            <a:r>
              <a:rPr lang="en-IN" sz="2000" b="1" dirty="0"/>
              <a:t>ARTIFICIAL INTELLIGENCE</a:t>
            </a:r>
          </a:p>
          <a:p>
            <a:pPr>
              <a:lnSpc>
                <a:spcPct val="100000"/>
              </a:lnSpc>
            </a:pPr>
            <a:r>
              <a:rPr lang="en-IN" sz="2000" dirty="0"/>
              <a:t>Provides simple health explanations and answers general questions. Supports medical image observation.</a:t>
            </a:r>
          </a:p>
          <a:p>
            <a:pPr>
              <a:lnSpc>
                <a:spcPct val="100000"/>
              </a:lnSpc>
            </a:pPr>
            <a:r>
              <a:rPr lang="en-IN" sz="2000" b="1" dirty="0"/>
              <a:t>OCR</a:t>
            </a:r>
          </a:p>
          <a:p>
            <a:pPr>
              <a:lnSpc>
                <a:spcPct val="100000"/>
              </a:lnSpc>
            </a:pPr>
            <a:r>
              <a:rPr lang="en-IN" sz="2000" dirty="0"/>
              <a:t>Extracts text from medical report images. Uses image preprocessing for better recognition.</a:t>
            </a:r>
          </a:p>
          <a:p>
            <a:pPr>
              <a:lnSpc>
                <a:spcPct val="100000"/>
              </a:lnSpc>
            </a:pPr>
            <a:r>
              <a:rPr lang="en-IN" sz="2000" b="1" dirty="0"/>
              <a:t>WEB TECHNOLOGY</a:t>
            </a:r>
          </a:p>
          <a:p>
            <a:pPr>
              <a:lnSpc>
                <a:spcPct val="100000"/>
              </a:lnSpc>
            </a:pPr>
            <a:r>
              <a:rPr lang="en-IN" sz="2000" dirty="0"/>
              <a:t>React provides the user interface. Node.js and Express manage the backend.</a:t>
            </a:r>
          </a:p>
          <a:p>
            <a:pPr>
              <a:lnSpc>
                <a:spcPct val="100000"/>
              </a:lnSpc>
            </a:pPr>
            <a:r>
              <a:rPr lang="en-IN" sz="2000" b="1" dirty="0"/>
              <a:t>AUTHENTICATION</a:t>
            </a:r>
          </a:p>
          <a:p>
            <a:pPr>
              <a:lnSpc>
                <a:spcPct val="100000"/>
              </a:lnSpc>
            </a:pPr>
            <a:r>
              <a:rPr lang="en-IN" sz="2000" dirty="0"/>
              <a:t>Firebase provides secure user authentication.</a:t>
            </a:r>
          </a:p>
          <a:p>
            <a:pPr>
              <a:lnSpc>
                <a:spcPct val="100000"/>
              </a:lnSpc>
            </a:pPr>
            <a:r>
              <a:rPr lang="en-IN" sz="2000" b="1" dirty="0"/>
              <a:t>MULTILINGUAL PROCESSING</a:t>
            </a:r>
          </a:p>
          <a:p>
            <a:pPr>
              <a:lnSpc>
                <a:spcPct val="100000"/>
              </a:lnSpc>
            </a:pPr>
            <a:r>
              <a:rPr lang="en-IN" sz="2000" dirty="0"/>
              <a:t>Supports English and Tamil languages. Preserves medical values and units.</a:t>
            </a:r>
          </a:p>
          <a:p>
            <a:pPr>
              <a:lnSpc>
                <a:spcPct val="100000"/>
              </a:lnSpc>
            </a:pPr>
            <a:r>
              <a:rPr lang="en-IN" sz="2000" b="1" dirty="0"/>
              <a:t>RESPONSIBLE AI</a:t>
            </a:r>
          </a:p>
          <a:p>
            <a:pPr>
              <a:lnSpc>
                <a:spcPct val="100000"/>
              </a:lnSpc>
            </a:pPr>
            <a:r>
              <a:rPr lang="en-IN" sz="2000" dirty="0"/>
              <a:t>Avoids unclear or missing information. Does not provide confirmed medical diagnoses.</a:t>
            </a:r>
          </a:p>
        </p:txBody>
      </p:sp>
    </p:spTree>
    <p:extLst>
      <p:ext uri="{BB962C8B-B14F-4D97-AF65-F5344CB8AC3E}">
        <p14:creationId xmlns:p14="http://schemas.microsoft.com/office/powerpoint/2010/main" val="17012762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6927BB-7CFF-8D68-3D96-552C7AF6A9B8}"/>
            </a:ext>
          </a:extLst>
        </p:cNvPr>
        <p:cNvGrpSpPr/>
        <p:nvPr/>
      </p:nvGrpSpPr>
      <p:grpSpPr>
        <a:xfrm>
          <a:off x="0" y="0"/>
          <a:ext cx="0" cy="0"/>
          <a:chOff x="0" y="0"/>
          <a:chExt cx="0" cy="0"/>
        </a:xfrm>
      </p:grpSpPr>
      <p:sp>
        <p:nvSpPr>
          <p:cNvPr id="7" name="Slide Number">
            <a:extLst>
              <a:ext uri="{FF2B5EF4-FFF2-40B4-BE49-F238E27FC236}">
                <a16:creationId xmlns:a16="http://schemas.microsoft.com/office/drawing/2014/main" id="{010332AB-4FEA-B0A0-1609-E0A59408925E}"/>
              </a:ext>
            </a:extLst>
          </p:cNvPr>
          <p:cNvSpPr>
            <a:spLocks noGrp="1"/>
          </p:cNvSpPr>
          <p:nvPr>
            <p:ph type="ftr" sz="quarter" idx="17"/>
          </p:nvPr>
        </p:nvSpPr>
        <p:spPr/>
        <p:txBody>
          <a:bodyPr/>
          <a:lstStyle/>
          <a:p>
            <a:fld id="{85954F8D-B7E6-D640-BC50-D014E954A05D}" type="slidenum">
              <a:rPr lang="en-US" smtClean="0"/>
              <a:t>10</a:t>
            </a:fld>
            <a:endParaRPr lang="en-US" dirty="0"/>
          </a:p>
        </p:txBody>
      </p:sp>
      <p:sp>
        <p:nvSpPr>
          <p:cNvPr id="21" name="Rectangle 20">
            <a:extLst>
              <a:ext uri="{FF2B5EF4-FFF2-40B4-BE49-F238E27FC236}">
                <a16:creationId xmlns:a16="http://schemas.microsoft.com/office/drawing/2014/main" id="{9D8CD9C6-AE63-3585-1672-1EF8752C48EE}"/>
              </a:ext>
            </a:extLst>
          </p:cNvPr>
          <p:cNvSpPr/>
          <p:nvPr/>
        </p:nvSpPr>
        <p:spPr>
          <a:xfrm>
            <a:off x="0" y="42657"/>
            <a:ext cx="12192000" cy="9330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2400" b="1" dirty="0">
                <a:solidFill>
                  <a:schemeClr val="bg1"/>
                </a:solidFill>
              </a:rPr>
              <a:t> KNOWLEDGE INSTITUTE OF TECHNOLOGY</a:t>
            </a:r>
          </a:p>
        </p:txBody>
      </p:sp>
      <p:pic>
        <p:nvPicPr>
          <p:cNvPr id="22" name="Picture 2" descr="Knowledge Institute of Technology – Salem Tamilnadu">
            <a:extLst>
              <a:ext uri="{FF2B5EF4-FFF2-40B4-BE49-F238E27FC236}">
                <a16:creationId xmlns:a16="http://schemas.microsoft.com/office/drawing/2014/main" id="{AA6C2931-DC1E-6305-AF2A-4E95B823BE7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81663" y="28295"/>
            <a:ext cx="892617" cy="892617"/>
          </a:xfrm>
          <a:prstGeom prst="rect">
            <a:avLst/>
          </a:prstGeom>
          <a:noFill/>
          <a:extLst>
            <a:ext uri="{909E8E84-426E-40DD-AFC4-6F175D3DCCD1}">
              <a14:hiddenFill xmlns:a14="http://schemas.microsoft.com/office/drawing/2010/main">
                <a:solidFill>
                  <a:srgbClr val="FFFFFF"/>
                </a:solidFill>
              </a14:hiddenFill>
            </a:ext>
          </a:extLst>
        </p:spPr>
      </p:pic>
      <p:sp>
        <p:nvSpPr>
          <p:cNvPr id="4" name="Title 3">
            <a:extLst>
              <a:ext uri="{FF2B5EF4-FFF2-40B4-BE49-F238E27FC236}">
                <a16:creationId xmlns:a16="http://schemas.microsoft.com/office/drawing/2014/main" id="{9E18C957-F7D2-2F8E-B1E8-92E1D87B08CA}"/>
              </a:ext>
            </a:extLst>
          </p:cNvPr>
          <p:cNvSpPr>
            <a:spLocks noGrp="1"/>
          </p:cNvSpPr>
          <p:nvPr>
            <p:ph type="title"/>
          </p:nvPr>
        </p:nvSpPr>
        <p:spPr>
          <a:xfrm>
            <a:off x="566927" y="1088831"/>
            <a:ext cx="6794571" cy="590931"/>
          </a:xfrm>
        </p:spPr>
        <p:txBody>
          <a:bodyPr/>
          <a:lstStyle/>
          <a:p>
            <a:r>
              <a:rPr lang="en-IN" dirty="0"/>
              <a:t>Concept Rules &amp; Laws</a:t>
            </a:r>
          </a:p>
        </p:txBody>
      </p:sp>
      <p:sp>
        <p:nvSpPr>
          <p:cNvPr id="2" name="Content Placeholder 1">
            <a:extLst>
              <a:ext uri="{FF2B5EF4-FFF2-40B4-BE49-F238E27FC236}">
                <a16:creationId xmlns:a16="http://schemas.microsoft.com/office/drawing/2014/main" id="{84B01320-DC36-76C7-1B69-C440727F5307}"/>
              </a:ext>
            </a:extLst>
          </p:cNvPr>
          <p:cNvSpPr>
            <a:spLocks noGrp="1" noChangeArrowheads="1"/>
          </p:cNvSpPr>
          <p:nvPr>
            <p:ph idx="1"/>
          </p:nvPr>
        </p:nvSpPr>
        <p:spPr bwMode="auto">
          <a:xfrm>
            <a:off x="624459" y="1887772"/>
            <a:ext cx="11309634"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00000"/>
              </a:lnSpc>
            </a:pPr>
            <a:r>
              <a:rPr lang="en-IN" sz="2000" b="1" dirty="0"/>
              <a:t>OCR PRINCIPLE</a:t>
            </a:r>
          </a:p>
          <a:p>
            <a:pPr>
              <a:lnSpc>
                <a:spcPct val="100000"/>
              </a:lnSpc>
            </a:pPr>
            <a:r>
              <a:rPr lang="en-IN" sz="2000" b="1" dirty="0"/>
              <a:t>Medical Image → Preprocessing → OCR → Extracted Text</a:t>
            </a:r>
            <a:endParaRPr lang="en-IN" sz="2000" dirty="0"/>
          </a:p>
          <a:p>
            <a:pPr>
              <a:lnSpc>
                <a:spcPct val="100000"/>
              </a:lnSpc>
            </a:pPr>
            <a:r>
              <a:rPr lang="en-IN" sz="2000" b="1" dirty="0"/>
              <a:t>AI ANALYSIS PRINCIPLE</a:t>
            </a:r>
          </a:p>
          <a:p>
            <a:pPr>
              <a:lnSpc>
                <a:spcPct val="100000"/>
              </a:lnSpc>
            </a:pPr>
            <a:r>
              <a:rPr lang="en-IN" sz="2000" b="1" dirty="0"/>
              <a:t>Extracted Information → AI Processing → Simplified Explanation</a:t>
            </a:r>
            <a:endParaRPr lang="en-IN" sz="2000" dirty="0"/>
          </a:p>
          <a:p>
            <a:pPr>
              <a:lnSpc>
                <a:spcPct val="100000"/>
              </a:lnSpc>
            </a:pPr>
            <a:r>
              <a:rPr lang="en-IN" sz="2000" b="1" dirty="0"/>
              <a:t>IMAGE ANALYSIS PRINCIPLE</a:t>
            </a:r>
          </a:p>
          <a:p>
            <a:pPr>
              <a:lnSpc>
                <a:spcPct val="100000"/>
              </a:lnSpc>
            </a:pPr>
            <a:r>
              <a:rPr lang="en-IN" sz="2000" b="1" dirty="0"/>
              <a:t>Medical Image/X-ray → AI Vision Processing → Cautious Observation</a:t>
            </a:r>
            <a:endParaRPr lang="en-IN" sz="2000" dirty="0"/>
          </a:p>
          <a:p>
            <a:pPr>
              <a:lnSpc>
                <a:spcPct val="100000"/>
              </a:lnSpc>
            </a:pPr>
            <a:r>
              <a:rPr lang="en-IN" sz="2000" b="1" dirty="0"/>
              <a:t>CHATBOT PRINCIPLE</a:t>
            </a:r>
          </a:p>
          <a:p>
            <a:pPr>
              <a:lnSpc>
                <a:spcPct val="100000"/>
              </a:lnSpc>
            </a:pPr>
            <a:r>
              <a:rPr lang="en-IN" sz="2000" b="1" dirty="0"/>
              <a:t>User Question → Backend → AI Service → Health Information Response</a:t>
            </a:r>
            <a:endParaRPr lang="en-IN" sz="2000" dirty="0"/>
          </a:p>
          <a:p>
            <a:pPr>
              <a:lnSpc>
                <a:spcPct val="100000"/>
              </a:lnSpc>
            </a:pPr>
            <a:r>
              <a:rPr lang="en-IN" sz="2000" b="1" dirty="0"/>
              <a:t>RESPONSIBLE OUTPUT PRINCIPLE</a:t>
            </a:r>
          </a:p>
          <a:p>
            <a:pPr>
              <a:lnSpc>
                <a:spcPct val="100000"/>
              </a:lnSpc>
            </a:pPr>
            <a:r>
              <a:rPr lang="en-IN" sz="2000" b="1" dirty="0"/>
              <a:t>Available Information + Unclear Information + AI Explanation</a:t>
            </a:r>
            <a:endParaRPr lang="en-IN" sz="2000" dirty="0"/>
          </a:p>
          <a:p>
            <a:pPr>
              <a:lnSpc>
                <a:spcPct val="100000"/>
              </a:lnSpc>
            </a:pPr>
            <a:r>
              <a:rPr lang="en-IN" sz="2000" dirty="0"/>
              <a:t>The system preserves uncertainty when report images or extracted values are unclear.</a:t>
            </a:r>
          </a:p>
        </p:txBody>
      </p:sp>
    </p:spTree>
    <p:extLst>
      <p:ext uri="{BB962C8B-B14F-4D97-AF65-F5344CB8AC3E}">
        <p14:creationId xmlns:p14="http://schemas.microsoft.com/office/powerpoint/2010/main" val="34122140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E729C4-38BF-184D-7672-1FD204282AAB}"/>
            </a:ext>
          </a:extLst>
        </p:cNvPr>
        <p:cNvGrpSpPr/>
        <p:nvPr/>
      </p:nvGrpSpPr>
      <p:grpSpPr>
        <a:xfrm>
          <a:off x="0" y="0"/>
          <a:ext cx="0" cy="0"/>
          <a:chOff x="0" y="0"/>
          <a:chExt cx="0" cy="0"/>
        </a:xfrm>
      </p:grpSpPr>
      <p:sp>
        <p:nvSpPr>
          <p:cNvPr id="7" name="Slide Number">
            <a:extLst>
              <a:ext uri="{FF2B5EF4-FFF2-40B4-BE49-F238E27FC236}">
                <a16:creationId xmlns:a16="http://schemas.microsoft.com/office/drawing/2014/main" id="{D2C2B464-E3B2-8604-4847-B8653FF8C2D6}"/>
              </a:ext>
            </a:extLst>
          </p:cNvPr>
          <p:cNvSpPr>
            <a:spLocks noGrp="1"/>
          </p:cNvSpPr>
          <p:nvPr>
            <p:ph type="ftr" sz="quarter" idx="17"/>
          </p:nvPr>
        </p:nvSpPr>
        <p:spPr/>
        <p:txBody>
          <a:bodyPr/>
          <a:lstStyle/>
          <a:p>
            <a:fld id="{85954F8D-B7E6-D640-BC50-D014E954A05D}" type="slidenum">
              <a:rPr lang="en-US" smtClean="0"/>
              <a:t>11</a:t>
            </a:fld>
            <a:endParaRPr lang="en-US" dirty="0"/>
          </a:p>
        </p:txBody>
      </p:sp>
      <p:sp>
        <p:nvSpPr>
          <p:cNvPr id="21" name="Rectangle 20">
            <a:extLst>
              <a:ext uri="{FF2B5EF4-FFF2-40B4-BE49-F238E27FC236}">
                <a16:creationId xmlns:a16="http://schemas.microsoft.com/office/drawing/2014/main" id="{3223A500-B993-985A-34EC-928D6E1D4532}"/>
              </a:ext>
            </a:extLst>
          </p:cNvPr>
          <p:cNvSpPr/>
          <p:nvPr/>
        </p:nvSpPr>
        <p:spPr>
          <a:xfrm>
            <a:off x="0" y="12699"/>
            <a:ext cx="12192000" cy="9330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2400" b="1" dirty="0">
                <a:solidFill>
                  <a:schemeClr val="bg1"/>
                </a:solidFill>
              </a:rPr>
              <a:t> KNOWLEDGE INSTITUTE OF TECHNOLOGY</a:t>
            </a:r>
          </a:p>
        </p:txBody>
      </p:sp>
      <p:pic>
        <p:nvPicPr>
          <p:cNvPr id="22" name="Picture 2" descr="Knowledge Institute of Technology – Salem Tamilnadu">
            <a:extLst>
              <a:ext uri="{FF2B5EF4-FFF2-40B4-BE49-F238E27FC236}">
                <a16:creationId xmlns:a16="http://schemas.microsoft.com/office/drawing/2014/main" id="{193B5C55-C4F9-BF6A-FB21-82CA108C32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81663" y="28295"/>
            <a:ext cx="892617" cy="892617"/>
          </a:xfrm>
          <a:prstGeom prst="rect">
            <a:avLst/>
          </a:prstGeom>
          <a:noFill/>
          <a:extLst>
            <a:ext uri="{909E8E84-426E-40DD-AFC4-6F175D3DCCD1}">
              <a14:hiddenFill xmlns:a14="http://schemas.microsoft.com/office/drawing/2010/main">
                <a:solidFill>
                  <a:srgbClr val="FFFFFF"/>
                </a:solidFill>
              </a14:hiddenFill>
            </a:ext>
          </a:extLst>
        </p:spPr>
      </p:pic>
      <p:sp>
        <p:nvSpPr>
          <p:cNvPr id="4" name="Title 3">
            <a:extLst>
              <a:ext uri="{FF2B5EF4-FFF2-40B4-BE49-F238E27FC236}">
                <a16:creationId xmlns:a16="http://schemas.microsoft.com/office/drawing/2014/main" id="{2A19A17C-EBB5-ECD6-B2A3-3BDDB7E4338F}"/>
              </a:ext>
            </a:extLst>
          </p:cNvPr>
          <p:cNvSpPr>
            <a:spLocks noGrp="1"/>
          </p:cNvSpPr>
          <p:nvPr>
            <p:ph type="title"/>
          </p:nvPr>
        </p:nvSpPr>
        <p:spPr>
          <a:xfrm>
            <a:off x="416456" y="1027113"/>
            <a:ext cx="6794571" cy="535531"/>
          </a:xfrm>
        </p:spPr>
        <p:txBody>
          <a:bodyPr/>
          <a:lstStyle/>
          <a:p>
            <a:r>
              <a:rPr lang="en-IN" sz="3200" dirty="0"/>
              <a:t>System Components &amp; Technologies</a:t>
            </a:r>
            <a:endParaRPr lang="en-IN" dirty="0"/>
          </a:p>
        </p:txBody>
      </p:sp>
      <p:graphicFrame>
        <p:nvGraphicFramePr>
          <p:cNvPr id="5" name="Table 4">
            <a:extLst>
              <a:ext uri="{FF2B5EF4-FFF2-40B4-BE49-F238E27FC236}">
                <a16:creationId xmlns:a16="http://schemas.microsoft.com/office/drawing/2014/main" id="{7163E6F2-01D2-BAA6-0072-F25D3D18DD14}"/>
              </a:ext>
            </a:extLst>
          </p:cNvPr>
          <p:cNvGraphicFramePr>
            <a:graphicFrameLocks noGrp="1"/>
          </p:cNvGraphicFramePr>
          <p:nvPr>
            <p:extLst>
              <p:ext uri="{D42A27DB-BD31-4B8C-83A1-F6EECF244321}">
                <p14:modId xmlns:p14="http://schemas.microsoft.com/office/powerpoint/2010/main" val="668170009"/>
              </p:ext>
            </p:extLst>
          </p:nvPr>
        </p:nvGraphicFramePr>
        <p:xfrm>
          <a:off x="1878227" y="1957795"/>
          <a:ext cx="8281772" cy="4361976"/>
        </p:xfrm>
        <a:graphic>
          <a:graphicData uri="http://schemas.openxmlformats.org/drawingml/2006/table">
            <a:tbl>
              <a:tblPr firstRow="1" bandRow="1">
                <a:tableStyleId>{5940675A-B579-460E-94D1-54222C63F5DA}</a:tableStyleId>
              </a:tblPr>
              <a:tblGrid>
                <a:gridCol w="4140886">
                  <a:extLst>
                    <a:ext uri="{9D8B030D-6E8A-4147-A177-3AD203B41FA5}">
                      <a16:colId xmlns:a16="http://schemas.microsoft.com/office/drawing/2014/main" val="3318739982"/>
                    </a:ext>
                  </a:extLst>
                </a:gridCol>
                <a:gridCol w="4140886">
                  <a:extLst>
                    <a:ext uri="{9D8B030D-6E8A-4147-A177-3AD203B41FA5}">
                      <a16:colId xmlns:a16="http://schemas.microsoft.com/office/drawing/2014/main" val="2096446020"/>
                    </a:ext>
                  </a:extLst>
                </a:gridCol>
              </a:tblGrid>
              <a:tr h="484664">
                <a:tc>
                  <a:txBody>
                    <a:bodyPr/>
                    <a:lstStyle/>
                    <a:p>
                      <a:pPr>
                        <a:buNone/>
                      </a:pPr>
                      <a:r>
                        <a:rPr lang="en-IN" b="1" dirty="0">
                          <a:solidFill>
                            <a:schemeClr val="tx1">
                              <a:lumMod val="50000"/>
                            </a:schemeClr>
                          </a:solidFill>
                        </a:rPr>
                        <a:t>Technology / Component</a:t>
                      </a:r>
                    </a:p>
                  </a:txBody>
                  <a:tcPr anchor="ctr">
                    <a:solidFill>
                      <a:srgbClr val="0070C0"/>
                    </a:solidFill>
                  </a:tcPr>
                </a:tc>
                <a:tc>
                  <a:txBody>
                    <a:bodyPr/>
                    <a:lstStyle/>
                    <a:p>
                      <a:pPr>
                        <a:buNone/>
                      </a:pPr>
                      <a:r>
                        <a:rPr lang="en-US" b="1" dirty="0">
                          <a:solidFill>
                            <a:schemeClr val="tx1">
                              <a:lumMod val="50000"/>
                            </a:schemeClr>
                          </a:solidFill>
                        </a:rPr>
                        <a:t>Purpose</a:t>
                      </a:r>
                      <a:endParaRPr lang="en-IN" b="1" dirty="0">
                        <a:solidFill>
                          <a:schemeClr val="tx1">
                            <a:lumMod val="50000"/>
                          </a:schemeClr>
                        </a:solidFill>
                      </a:endParaRPr>
                    </a:p>
                  </a:txBody>
                  <a:tcPr anchor="ctr">
                    <a:solidFill>
                      <a:srgbClr val="0070C0"/>
                    </a:solidFill>
                  </a:tcPr>
                </a:tc>
                <a:extLst>
                  <a:ext uri="{0D108BD9-81ED-4DB2-BD59-A6C34878D82A}">
                    <a16:rowId xmlns:a16="http://schemas.microsoft.com/office/drawing/2014/main" val="2871653405"/>
                  </a:ext>
                </a:extLst>
              </a:tr>
              <a:tr h="484664">
                <a:tc>
                  <a:txBody>
                    <a:bodyPr/>
                    <a:lstStyle/>
                    <a:p>
                      <a:r>
                        <a:rPr lang="en-IN" dirty="0"/>
                        <a:t>React.js</a:t>
                      </a:r>
                    </a:p>
                  </a:txBody>
                  <a:tcPr/>
                </a:tc>
                <a:tc>
                  <a:txBody>
                    <a:bodyPr/>
                    <a:lstStyle/>
                    <a:p>
                      <a:r>
                        <a:rPr lang="en-IN" dirty="0"/>
                        <a:t>User interface development</a:t>
                      </a:r>
                    </a:p>
                  </a:txBody>
                  <a:tcPr/>
                </a:tc>
                <a:extLst>
                  <a:ext uri="{0D108BD9-81ED-4DB2-BD59-A6C34878D82A}">
                    <a16:rowId xmlns:a16="http://schemas.microsoft.com/office/drawing/2014/main" val="3749707240"/>
                  </a:ext>
                </a:extLst>
              </a:tr>
              <a:tr h="484664">
                <a:tc>
                  <a:txBody>
                    <a:bodyPr/>
                    <a:lstStyle/>
                    <a:p>
                      <a:r>
                        <a:rPr lang="en-IN" dirty="0"/>
                        <a:t>Node.js</a:t>
                      </a:r>
                    </a:p>
                  </a:txBody>
                  <a:tcPr/>
                </a:tc>
                <a:tc>
                  <a:txBody>
                    <a:bodyPr/>
                    <a:lstStyle/>
                    <a:p>
                      <a:r>
                        <a:rPr lang="en-IN" dirty="0"/>
                        <a:t>Backend runtime</a:t>
                      </a:r>
                    </a:p>
                  </a:txBody>
                  <a:tcPr/>
                </a:tc>
                <a:extLst>
                  <a:ext uri="{0D108BD9-81ED-4DB2-BD59-A6C34878D82A}">
                    <a16:rowId xmlns:a16="http://schemas.microsoft.com/office/drawing/2014/main" val="2688205211"/>
                  </a:ext>
                </a:extLst>
              </a:tr>
              <a:tr h="484664">
                <a:tc>
                  <a:txBody>
                    <a:bodyPr/>
                    <a:lstStyle/>
                    <a:p>
                      <a:r>
                        <a:rPr lang="en-IN" dirty="0"/>
                        <a:t>Express.js</a:t>
                      </a:r>
                    </a:p>
                  </a:txBody>
                  <a:tcPr/>
                </a:tc>
                <a:tc>
                  <a:txBody>
                    <a:bodyPr/>
                    <a:lstStyle/>
                    <a:p>
                      <a:r>
                        <a:rPr lang="en-IN" dirty="0"/>
                        <a:t>API and server development</a:t>
                      </a:r>
                    </a:p>
                  </a:txBody>
                  <a:tcPr/>
                </a:tc>
                <a:extLst>
                  <a:ext uri="{0D108BD9-81ED-4DB2-BD59-A6C34878D82A}">
                    <a16:rowId xmlns:a16="http://schemas.microsoft.com/office/drawing/2014/main" val="4098122302"/>
                  </a:ext>
                </a:extLst>
              </a:tr>
              <a:tr h="484664">
                <a:tc>
                  <a:txBody>
                    <a:bodyPr/>
                    <a:lstStyle/>
                    <a:p>
                      <a:r>
                        <a:rPr lang="en-IN" dirty="0"/>
                        <a:t>Firebase</a:t>
                      </a:r>
                    </a:p>
                  </a:txBody>
                  <a:tcPr/>
                </a:tc>
                <a:tc>
                  <a:txBody>
                    <a:bodyPr/>
                    <a:lstStyle/>
                    <a:p>
                      <a:r>
                        <a:rPr lang="en-IN" dirty="0"/>
                        <a:t>User authentication</a:t>
                      </a:r>
                    </a:p>
                  </a:txBody>
                  <a:tcPr/>
                </a:tc>
                <a:extLst>
                  <a:ext uri="{0D108BD9-81ED-4DB2-BD59-A6C34878D82A}">
                    <a16:rowId xmlns:a16="http://schemas.microsoft.com/office/drawing/2014/main" val="3909076810"/>
                  </a:ext>
                </a:extLst>
              </a:tr>
              <a:tr h="484664">
                <a:tc>
                  <a:txBody>
                    <a:bodyPr/>
                    <a:lstStyle/>
                    <a:p>
                      <a:r>
                        <a:rPr lang="en-IN" dirty="0"/>
                        <a:t>Tesseract.js</a:t>
                      </a:r>
                    </a:p>
                  </a:txBody>
                  <a:tcPr/>
                </a:tc>
                <a:tc>
                  <a:txBody>
                    <a:bodyPr/>
                    <a:lstStyle/>
                    <a:p>
                      <a:r>
                        <a:rPr lang="en-IN" dirty="0"/>
                        <a:t>OCR text extraction</a:t>
                      </a:r>
                    </a:p>
                  </a:txBody>
                  <a:tcPr/>
                </a:tc>
                <a:extLst>
                  <a:ext uri="{0D108BD9-81ED-4DB2-BD59-A6C34878D82A}">
                    <a16:rowId xmlns:a16="http://schemas.microsoft.com/office/drawing/2014/main" val="4021885384"/>
                  </a:ext>
                </a:extLst>
              </a:tr>
              <a:tr h="484664">
                <a:tc>
                  <a:txBody>
                    <a:bodyPr/>
                    <a:lstStyle/>
                    <a:p>
                      <a:r>
                        <a:rPr lang="en-IN" dirty="0" err="1"/>
                        <a:t>Groq</a:t>
                      </a:r>
                      <a:r>
                        <a:rPr lang="en-IN" dirty="0"/>
                        <a:t> AI</a:t>
                      </a:r>
                    </a:p>
                  </a:txBody>
                  <a:tcPr/>
                </a:tc>
                <a:tc>
                  <a:txBody>
                    <a:bodyPr/>
                    <a:lstStyle/>
                    <a:p>
                      <a:r>
                        <a:rPr lang="en-IN" dirty="0"/>
                        <a:t>AI analysis and chatbot</a:t>
                      </a:r>
                    </a:p>
                  </a:txBody>
                  <a:tcPr/>
                </a:tc>
                <a:extLst>
                  <a:ext uri="{0D108BD9-81ED-4DB2-BD59-A6C34878D82A}">
                    <a16:rowId xmlns:a16="http://schemas.microsoft.com/office/drawing/2014/main" val="785243403"/>
                  </a:ext>
                </a:extLst>
              </a:tr>
              <a:tr h="484664">
                <a:tc>
                  <a:txBody>
                    <a:bodyPr/>
                    <a:lstStyle/>
                    <a:p>
                      <a:r>
                        <a:rPr lang="en-IN" dirty="0"/>
                        <a:t>AI Vision Model</a:t>
                      </a:r>
                    </a:p>
                  </a:txBody>
                  <a:tcPr/>
                </a:tc>
                <a:tc>
                  <a:txBody>
                    <a:bodyPr/>
                    <a:lstStyle/>
                    <a:p>
                      <a:r>
                        <a:rPr lang="en-IN" dirty="0"/>
                        <a:t>Medical image observation</a:t>
                      </a:r>
                    </a:p>
                  </a:txBody>
                  <a:tcPr/>
                </a:tc>
                <a:extLst>
                  <a:ext uri="{0D108BD9-81ED-4DB2-BD59-A6C34878D82A}">
                    <a16:rowId xmlns:a16="http://schemas.microsoft.com/office/drawing/2014/main" val="3731769101"/>
                  </a:ext>
                </a:extLst>
              </a:tr>
              <a:tr h="484664">
                <a:tc>
                  <a:txBody>
                    <a:bodyPr/>
                    <a:lstStyle/>
                    <a:p>
                      <a:r>
                        <a:rPr lang="en-IN" dirty="0"/>
                        <a:t>PDF Generation</a:t>
                      </a:r>
                    </a:p>
                  </a:txBody>
                  <a:tcPr/>
                </a:tc>
                <a:tc>
                  <a:txBody>
                    <a:bodyPr/>
                    <a:lstStyle/>
                    <a:p>
                      <a:r>
                        <a:rPr lang="en-IN" dirty="0"/>
                        <a:t>Downloadable analysis reports</a:t>
                      </a:r>
                    </a:p>
                  </a:txBody>
                  <a:tcPr/>
                </a:tc>
                <a:extLst>
                  <a:ext uri="{0D108BD9-81ED-4DB2-BD59-A6C34878D82A}">
                    <a16:rowId xmlns:a16="http://schemas.microsoft.com/office/drawing/2014/main" val="3010232006"/>
                  </a:ext>
                </a:extLst>
              </a:tr>
            </a:tbl>
          </a:graphicData>
        </a:graphic>
      </p:graphicFrame>
    </p:spTree>
    <p:extLst>
      <p:ext uri="{BB962C8B-B14F-4D97-AF65-F5344CB8AC3E}">
        <p14:creationId xmlns:p14="http://schemas.microsoft.com/office/powerpoint/2010/main" val="27591354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B6E226-18E3-A918-1889-F64652F87982}"/>
            </a:ext>
          </a:extLst>
        </p:cNvPr>
        <p:cNvGrpSpPr/>
        <p:nvPr/>
      </p:nvGrpSpPr>
      <p:grpSpPr>
        <a:xfrm>
          <a:off x="0" y="0"/>
          <a:ext cx="0" cy="0"/>
          <a:chOff x="0" y="0"/>
          <a:chExt cx="0" cy="0"/>
        </a:xfrm>
      </p:grpSpPr>
      <p:sp>
        <p:nvSpPr>
          <p:cNvPr id="16" name="Slide Number">
            <a:extLst>
              <a:ext uri="{FF2B5EF4-FFF2-40B4-BE49-F238E27FC236}">
                <a16:creationId xmlns:a16="http://schemas.microsoft.com/office/drawing/2014/main" id="{49277DEC-FD55-B750-99F6-ED4AF3D2B345}"/>
              </a:ext>
            </a:extLst>
          </p:cNvPr>
          <p:cNvSpPr>
            <a:spLocks noGrp="1"/>
          </p:cNvSpPr>
          <p:nvPr>
            <p:ph type="ftr" sz="quarter" idx="10"/>
          </p:nvPr>
        </p:nvSpPr>
        <p:spPr/>
        <p:txBody>
          <a:bodyPr/>
          <a:lstStyle/>
          <a:p>
            <a:fld id="{2E1B3BED-EDDA-2E42-813F-F157009AF3C2}" type="slidenum">
              <a:rPr lang="en-US" smtClean="0"/>
              <a:t>12</a:t>
            </a:fld>
            <a:endParaRPr lang="en-US" dirty="0"/>
          </a:p>
        </p:txBody>
      </p:sp>
      <p:sp>
        <p:nvSpPr>
          <p:cNvPr id="10" name="Rectangle 9">
            <a:extLst>
              <a:ext uri="{FF2B5EF4-FFF2-40B4-BE49-F238E27FC236}">
                <a16:creationId xmlns:a16="http://schemas.microsoft.com/office/drawing/2014/main" id="{61D44474-B6A9-2E80-CFB1-F6A61E5207D1}"/>
              </a:ext>
            </a:extLst>
          </p:cNvPr>
          <p:cNvSpPr/>
          <p:nvPr/>
        </p:nvSpPr>
        <p:spPr>
          <a:xfrm>
            <a:off x="0" y="12699"/>
            <a:ext cx="12192000" cy="9330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2400" b="1" dirty="0">
                <a:solidFill>
                  <a:schemeClr val="bg1"/>
                </a:solidFill>
              </a:rPr>
              <a:t> KNOWLEDGE INSTITUTE OF TECHNOLOGY</a:t>
            </a:r>
          </a:p>
        </p:txBody>
      </p:sp>
      <p:pic>
        <p:nvPicPr>
          <p:cNvPr id="11" name="Picture 2" descr="Knowledge Institute of Technology – Salem Tamilnadu">
            <a:extLst>
              <a:ext uri="{FF2B5EF4-FFF2-40B4-BE49-F238E27FC236}">
                <a16:creationId xmlns:a16="http://schemas.microsoft.com/office/drawing/2014/main" id="{18AF6717-8050-162E-0152-455468FEFE7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81663" y="28295"/>
            <a:ext cx="892617" cy="892617"/>
          </a:xfrm>
          <a:prstGeom prst="rect">
            <a:avLst/>
          </a:prstGeom>
          <a:noFill/>
          <a:extLst>
            <a:ext uri="{909E8E84-426E-40DD-AFC4-6F175D3DCCD1}">
              <a14:hiddenFill xmlns:a14="http://schemas.microsoft.com/office/drawing/2010/main">
                <a:solidFill>
                  <a:srgbClr val="FFFFFF"/>
                </a:solidFill>
              </a14:hiddenFill>
            </a:ext>
          </a:extLst>
        </p:spPr>
      </p:pic>
      <p:sp>
        <p:nvSpPr>
          <p:cNvPr id="7" name="Title 3">
            <a:extLst>
              <a:ext uri="{FF2B5EF4-FFF2-40B4-BE49-F238E27FC236}">
                <a16:creationId xmlns:a16="http://schemas.microsoft.com/office/drawing/2014/main" id="{11A54090-C1CD-E4C7-7C4F-120173108496}"/>
              </a:ext>
            </a:extLst>
          </p:cNvPr>
          <p:cNvSpPr txBox="1">
            <a:spLocks/>
          </p:cNvSpPr>
          <p:nvPr/>
        </p:nvSpPr>
        <p:spPr>
          <a:xfrm>
            <a:off x="566928" y="1325496"/>
            <a:ext cx="2993908" cy="480131"/>
          </a:xfrm>
          <a:prstGeom prst="rect">
            <a:avLst/>
          </a:prstGeom>
        </p:spPr>
        <p:txBody>
          <a:bodyPr vert="horz" wrap="square" lIns="91440" tIns="45720" rIns="91440" bIns="45720" rtlCol="0" anchor="b" anchorCtr="0">
            <a:spAutoFit/>
          </a:bodyPr>
          <a:lstStyle>
            <a:lvl1pPr algn="l" defTabSz="914400" rtl="0" eaLnBrk="1" latinLnBrk="0" hangingPunct="1">
              <a:lnSpc>
                <a:spcPct val="90000"/>
              </a:lnSpc>
              <a:spcBef>
                <a:spcPct val="0"/>
              </a:spcBef>
              <a:buNone/>
              <a:defRPr sz="3600" b="0" i="0" kern="1200">
                <a:solidFill>
                  <a:schemeClr val="tx2"/>
                </a:solidFill>
                <a:latin typeface="Georgia" panose="02040502050405020303" pitchFamily="18" charset="0"/>
                <a:ea typeface="+mj-ea"/>
                <a:cs typeface="+mj-cs"/>
              </a:defRPr>
            </a:lvl1pPr>
          </a:lstStyle>
          <a:p>
            <a:r>
              <a:rPr lang="en-IN" sz="2800" dirty="0"/>
              <a:t>System Model</a:t>
            </a:r>
          </a:p>
        </p:txBody>
      </p:sp>
      <p:graphicFrame>
        <p:nvGraphicFramePr>
          <p:cNvPr id="4" name="Diagram 3">
            <a:extLst>
              <a:ext uri="{FF2B5EF4-FFF2-40B4-BE49-F238E27FC236}">
                <a16:creationId xmlns:a16="http://schemas.microsoft.com/office/drawing/2014/main" id="{CC9234A0-0EC3-06E2-733E-C53DDC38AF96}"/>
              </a:ext>
            </a:extLst>
          </p:cNvPr>
          <p:cNvGraphicFramePr/>
          <p:nvPr>
            <p:extLst>
              <p:ext uri="{D42A27DB-BD31-4B8C-83A1-F6EECF244321}">
                <p14:modId xmlns:p14="http://schemas.microsoft.com/office/powerpoint/2010/main" val="4262117985"/>
              </p:ext>
            </p:extLst>
          </p:nvPr>
        </p:nvGraphicFramePr>
        <p:xfrm>
          <a:off x="2274276" y="1805628"/>
          <a:ext cx="7885723" cy="433270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4501265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D98611-98CE-DD98-71BF-373DCFBBA15F}"/>
            </a:ext>
          </a:extLst>
        </p:cNvPr>
        <p:cNvGrpSpPr/>
        <p:nvPr/>
      </p:nvGrpSpPr>
      <p:grpSpPr>
        <a:xfrm>
          <a:off x="0" y="0"/>
          <a:ext cx="0" cy="0"/>
          <a:chOff x="0" y="0"/>
          <a:chExt cx="0" cy="0"/>
        </a:xfrm>
      </p:grpSpPr>
      <p:sp>
        <p:nvSpPr>
          <p:cNvPr id="7" name="Slide Number">
            <a:extLst>
              <a:ext uri="{FF2B5EF4-FFF2-40B4-BE49-F238E27FC236}">
                <a16:creationId xmlns:a16="http://schemas.microsoft.com/office/drawing/2014/main" id="{DDF4BD0B-487E-0EFB-5090-B575D91BDFC3}"/>
              </a:ext>
            </a:extLst>
          </p:cNvPr>
          <p:cNvSpPr>
            <a:spLocks noGrp="1"/>
          </p:cNvSpPr>
          <p:nvPr>
            <p:ph type="ftr" sz="quarter" idx="17"/>
          </p:nvPr>
        </p:nvSpPr>
        <p:spPr/>
        <p:txBody>
          <a:bodyPr/>
          <a:lstStyle/>
          <a:p>
            <a:fld id="{85954F8D-B7E6-D640-BC50-D014E954A05D}" type="slidenum">
              <a:rPr lang="en-US" smtClean="0"/>
              <a:t>13</a:t>
            </a:fld>
            <a:endParaRPr lang="en-US" dirty="0"/>
          </a:p>
        </p:txBody>
      </p:sp>
      <p:sp>
        <p:nvSpPr>
          <p:cNvPr id="21" name="Rectangle 20">
            <a:extLst>
              <a:ext uri="{FF2B5EF4-FFF2-40B4-BE49-F238E27FC236}">
                <a16:creationId xmlns:a16="http://schemas.microsoft.com/office/drawing/2014/main" id="{B6561CC2-FB8E-0F7F-5BAE-C16EDB634CB3}"/>
              </a:ext>
            </a:extLst>
          </p:cNvPr>
          <p:cNvSpPr/>
          <p:nvPr/>
        </p:nvSpPr>
        <p:spPr>
          <a:xfrm>
            <a:off x="0" y="12699"/>
            <a:ext cx="12192000" cy="9330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2400" b="1" dirty="0">
                <a:solidFill>
                  <a:schemeClr val="bg1"/>
                </a:solidFill>
              </a:rPr>
              <a:t> KNOWLEDGE INSTITUTE OF TECHNOLOGY</a:t>
            </a:r>
          </a:p>
        </p:txBody>
      </p:sp>
      <p:pic>
        <p:nvPicPr>
          <p:cNvPr id="22" name="Picture 2" descr="Knowledge Institute of Technology – Salem Tamilnadu">
            <a:extLst>
              <a:ext uri="{FF2B5EF4-FFF2-40B4-BE49-F238E27FC236}">
                <a16:creationId xmlns:a16="http://schemas.microsoft.com/office/drawing/2014/main" id="{E072C555-A9B9-7CD0-7AB1-B90DD3991F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81663" y="28295"/>
            <a:ext cx="892617" cy="892617"/>
          </a:xfrm>
          <a:prstGeom prst="rect">
            <a:avLst/>
          </a:prstGeom>
          <a:noFill/>
          <a:extLst>
            <a:ext uri="{909E8E84-426E-40DD-AFC4-6F175D3DCCD1}">
              <a14:hiddenFill xmlns:a14="http://schemas.microsoft.com/office/drawing/2010/main">
                <a:solidFill>
                  <a:srgbClr val="FFFFFF"/>
                </a:solidFill>
              </a14:hiddenFill>
            </a:ext>
          </a:extLst>
        </p:spPr>
      </p:pic>
      <p:sp>
        <p:nvSpPr>
          <p:cNvPr id="4" name="Title 3">
            <a:extLst>
              <a:ext uri="{FF2B5EF4-FFF2-40B4-BE49-F238E27FC236}">
                <a16:creationId xmlns:a16="http://schemas.microsoft.com/office/drawing/2014/main" id="{0BCBCE1D-4E99-C95A-9ABF-F1F85E08151F}"/>
              </a:ext>
            </a:extLst>
          </p:cNvPr>
          <p:cNvSpPr>
            <a:spLocks noGrp="1"/>
          </p:cNvSpPr>
          <p:nvPr>
            <p:ph type="title"/>
          </p:nvPr>
        </p:nvSpPr>
        <p:spPr>
          <a:xfrm>
            <a:off x="428031" y="1256756"/>
            <a:ext cx="6794571" cy="535531"/>
          </a:xfrm>
        </p:spPr>
        <p:txBody>
          <a:bodyPr/>
          <a:lstStyle/>
          <a:p>
            <a:r>
              <a:rPr lang="en-IN" sz="3200" dirty="0"/>
              <a:t>What-if-Analysis</a:t>
            </a:r>
            <a:endParaRPr lang="en-IN" dirty="0"/>
          </a:p>
        </p:txBody>
      </p:sp>
      <p:graphicFrame>
        <p:nvGraphicFramePr>
          <p:cNvPr id="9" name="Content Placeholder 8">
            <a:extLst>
              <a:ext uri="{FF2B5EF4-FFF2-40B4-BE49-F238E27FC236}">
                <a16:creationId xmlns:a16="http://schemas.microsoft.com/office/drawing/2014/main" id="{1E810977-ED7D-76BF-0E6F-97C2809FA2A8}"/>
              </a:ext>
            </a:extLst>
          </p:cNvPr>
          <p:cNvGraphicFramePr>
            <a:graphicFrameLocks noGrp="1"/>
          </p:cNvGraphicFramePr>
          <p:nvPr>
            <p:ph idx="1"/>
            <p:extLst>
              <p:ext uri="{D42A27DB-BD31-4B8C-83A1-F6EECF244321}">
                <p14:modId xmlns:p14="http://schemas.microsoft.com/office/powerpoint/2010/main" val="2769950313"/>
              </p:ext>
            </p:extLst>
          </p:nvPr>
        </p:nvGraphicFramePr>
        <p:xfrm>
          <a:off x="2174789" y="1857355"/>
          <a:ext cx="6911413" cy="4972350"/>
        </p:xfrm>
        <a:graphic>
          <a:graphicData uri="http://schemas.openxmlformats.org/drawingml/2006/table">
            <a:tbl>
              <a:tblPr firstRow="1" bandRow="1">
                <a:tableStyleId>{5940675A-B579-460E-94D1-54222C63F5DA}</a:tableStyleId>
              </a:tblPr>
              <a:tblGrid>
                <a:gridCol w="2583180">
                  <a:extLst>
                    <a:ext uri="{9D8B030D-6E8A-4147-A177-3AD203B41FA5}">
                      <a16:colId xmlns:a16="http://schemas.microsoft.com/office/drawing/2014/main" val="3507699735"/>
                    </a:ext>
                  </a:extLst>
                </a:gridCol>
                <a:gridCol w="4328233">
                  <a:extLst>
                    <a:ext uri="{9D8B030D-6E8A-4147-A177-3AD203B41FA5}">
                      <a16:colId xmlns:a16="http://schemas.microsoft.com/office/drawing/2014/main" val="4237529504"/>
                    </a:ext>
                  </a:extLst>
                </a:gridCol>
              </a:tblGrid>
              <a:tr h="565935">
                <a:tc>
                  <a:txBody>
                    <a:bodyPr/>
                    <a:lstStyle/>
                    <a:p>
                      <a:pPr>
                        <a:buNone/>
                      </a:pPr>
                      <a:r>
                        <a:rPr lang="en-IN" dirty="0">
                          <a:solidFill>
                            <a:schemeClr val="tx1">
                              <a:lumMod val="50000"/>
                            </a:schemeClr>
                          </a:solidFill>
                        </a:rPr>
                        <a:t>Scenario</a:t>
                      </a:r>
                    </a:p>
                  </a:txBody>
                  <a:tcPr anchor="ctr">
                    <a:solidFill>
                      <a:srgbClr val="0070C0"/>
                    </a:solidFill>
                  </a:tcPr>
                </a:tc>
                <a:tc>
                  <a:txBody>
                    <a:bodyPr/>
                    <a:lstStyle/>
                    <a:p>
                      <a:pPr>
                        <a:buNone/>
                      </a:pPr>
                      <a:r>
                        <a:rPr lang="en-IN" dirty="0">
                          <a:solidFill>
                            <a:schemeClr val="tx1">
                              <a:lumMod val="50000"/>
                            </a:schemeClr>
                          </a:solidFill>
                        </a:rPr>
                        <a:t>Expected System Response</a:t>
                      </a:r>
                    </a:p>
                  </a:txBody>
                  <a:tcPr anchor="ctr">
                    <a:solidFill>
                      <a:srgbClr val="0070C0"/>
                    </a:solidFill>
                  </a:tcPr>
                </a:tc>
                <a:extLst>
                  <a:ext uri="{0D108BD9-81ED-4DB2-BD59-A6C34878D82A}">
                    <a16:rowId xmlns:a16="http://schemas.microsoft.com/office/drawing/2014/main" val="2708464026"/>
                  </a:ext>
                </a:extLst>
              </a:tr>
              <a:tr h="565935">
                <a:tc>
                  <a:txBody>
                    <a:bodyPr/>
                    <a:lstStyle/>
                    <a:p>
                      <a:r>
                        <a:rPr lang="en-IN" dirty="0">
                          <a:solidFill>
                            <a:schemeClr val="tx1">
                              <a:lumMod val="50000"/>
                            </a:schemeClr>
                          </a:solidFill>
                        </a:rPr>
                        <a:t>Normal Medical Report</a:t>
                      </a:r>
                    </a:p>
                  </a:txBody>
                  <a:tcPr/>
                </a:tc>
                <a:tc>
                  <a:txBody>
                    <a:bodyPr/>
                    <a:lstStyle/>
                    <a:p>
                      <a:r>
                        <a:rPr lang="en-IN" dirty="0">
                          <a:solidFill>
                            <a:schemeClr val="tx1">
                              <a:lumMod val="50000"/>
                            </a:schemeClr>
                          </a:solidFill>
                        </a:rPr>
                        <a:t>Extracts information and provides a simple AI explanation.</a:t>
                      </a:r>
                    </a:p>
                  </a:txBody>
                  <a:tcPr/>
                </a:tc>
                <a:extLst>
                  <a:ext uri="{0D108BD9-81ED-4DB2-BD59-A6C34878D82A}">
                    <a16:rowId xmlns:a16="http://schemas.microsoft.com/office/drawing/2014/main" val="2722500497"/>
                  </a:ext>
                </a:extLst>
              </a:tr>
              <a:tr h="565935">
                <a:tc>
                  <a:txBody>
                    <a:bodyPr/>
                    <a:lstStyle/>
                    <a:p>
                      <a:r>
                        <a:rPr lang="en-IN" dirty="0">
                          <a:solidFill>
                            <a:schemeClr val="tx1">
                              <a:lumMod val="50000"/>
                            </a:schemeClr>
                          </a:solidFill>
                        </a:rPr>
                        <a:t>Image-Based Report</a:t>
                      </a:r>
                    </a:p>
                  </a:txBody>
                  <a:tcPr/>
                </a:tc>
                <a:tc>
                  <a:txBody>
                    <a:bodyPr/>
                    <a:lstStyle/>
                    <a:p>
                      <a:r>
                        <a:rPr lang="en-IN" dirty="0">
                          <a:solidFill>
                            <a:schemeClr val="tx1">
                              <a:lumMod val="50000"/>
                            </a:schemeClr>
                          </a:solidFill>
                        </a:rPr>
                        <a:t>Preprocesses the image and performs OCR analysis.</a:t>
                      </a:r>
                    </a:p>
                  </a:txBody>
                  <a:tcPr/>
                </a:tc>
                <a:extLst>
                  <a:ext uri="{0D108BD9-81ED-4DB2-BD59-A6C34878D82A}">
                    <a16:rowId xmlns:a16="http://schemas.microsoft.com/office/drawing/2014/main" val="4075969111"/>
                  </a:ext>
                </a:extLst>
              </a:tr>
              <a:tr h="565935">
                <a:tc>
                  <a:txBody>
                    <a:bodyPr/>
                    <a:lstStyle/>
                    <a:p>
                      <a:r>
                        <a:rPr lang="en-IN" dirty="0">
                          <a:solidFill>
                            <a:schemeClr val="tx1">
                              <a:lumMod val="50000"/>
                            </a:schemeClr>
                          </a:solidFill>
                        </a:rPr>
                        <a:t>Poor Image Quality</a:t>
                      </a:r>
                    </a:p>
                  </a:txBody>
                  <a:tcPr/>
                </a:tc>
                <a:tc>
                  <a:txBody>
                    <a:bodyPr/>
                    <a:lstStyle/>
                    <a:p>
                      <a:r>
                        <a:rPr lang="en-IN" dirty="0">
                          <a:solidFill>
                            <a:schemeClr val="tx1">
                              <a:lumMod val="50000"/>
                            </a:schemeClr>
                          </a:solidFill>
                        </a:rPr>
                        <a:t>Marks unclear information for verification.</a:t>
                      </a:r>
                    </a:p>
                  </a:txBody>
                  <a:tcPr/>
                </a:tc>
                <a:extLst>
                  <a:ext uri="{0D108BD9-81ED-4DB2-BD59-A6C34878D82A}">
                    <a16:rowId xmlns:a16="http://schemas.microsoft.com/office/drawing/2014/main" val="4151060377"/>
                  </a:ext>
                </a:extLst>
              </a:tr>
              <a:tr h="565935">
                <a:tc>
                  <a:txBody>
                    <a:bodyPr/>
                    <a:lstStyle/>
                    <a:p>
                      <a:r>
                        <a:rPr lang="en-IN" dirty="0">
                          <a:solidFill>
                            <a:schemeClr val="tx1">
                              <a:lumMod val="50000"/>
                            </a:schemeClr>
                          </a:solidFill>
                        </a:rPr>
                        <a:t>PDF Report</a:t>
                      </a:r>
                    </a:p>
                  </a:txBody>
                  <a:tcPr/>
                </a:tc>
                <a:tc>
                  <a:txBody>
                    <a:bodyPr/>
                    <a:lstStyle/>
                    <a:p>
                      <a:r>
                        <a:rPr lang="en-IN" dirty="0">
                          <a:solidFill>
                            <a:schemeClr val="tx1">
                              <a:lumMod val="50000"/>
                            </a:schemeClr>
                          </a:solidFill>
                        </a:rPr>
                        <a:t>Processes available report information.</a:t>
                      </a:r>
                    </a:p>
                  </a:txBody>
                  <a:tcPr/>
                </a:tc>
                <a:extLst>
                  <a:ext uri="{0D108BD9-81ED-4DB2-BD59-A6C34878D82A}">
                    <a16:rowId xmlns:a16="http://schemas.microsoft.com/office/drawing/2014/main" val="2122788655"/>
                  </a:ext>
                </a:extLst>
              </a:tr>
              <a:tr h="565935">
                <a:tc>
                  <a:txBody>
                    <a:bodyPr/>
                    <a:lstStyle/>
                    <a:p>
                      <a:r>
                        <a:rPr lang="en-IN" dirty="0">
                          <a:solidFill>
                            <a:schemeClr val="tx1">
                              <a:lumMod val="50000"/>
                            </a:schemeClr>
                          </a:solidFill>
                        </a:rPr>
                        <a:t>Medical X-ray</a:t>
                      </a:r>
                    </a:p>
                  </a:txBody>
                  <a:tcPr/>
                </a:tc>
                <a:tc>
                  <a:txBody>
                    <a:bodyPr/>
                    <a:lstStyle/>
                    <a:p>
                      <a:r>
                        <a:rPr lang="en-IN" dirty="0">
                          <a:solidFill>
                            <a:schemeClr val="tx1">
                              <a:lumMod val="50000"/>
                            </a:schemeClr>
                          </a:solidFill>
                        </a:rPr>
                        <a:t>Provides AI-assisted observation, not diagnosis.</a:t>
                      </a:r>
                    </a:p>
                  </a:txBody>
                  <a:tcPr/>
                </a:tc>
                <a:extLst>
                  <a:ext uri="{0D108BD9-81ED-4DB2-BD59-A6C34878D82A}">
                    <a16:rowId xmlns:a16="http://schemas.microsoft.com/office/drawing/2014/main" val="3244241046"/>
                  </a:ext>
                </a:extLst>
              </a:tr>
              <a:tr h="565935">
                <a:tc>
                  <a:txBody>
                    <a:bodyPr/>
                    <a:lstStyle/>
                    <a:p>
                      <a:r>
                        <a:rPr lang="en-IN" dirty="0">
                          <a:solidFill>
                            <a:schemeClr val="tx1">
                              <a:lumMod val="50000"/>
                            </a:schemeClr>
                          </a:solidFill>
                        </a:rPr>
                        <a:t>Tamil Selected</a:t>
                      </a:r>
                    </a:p>
                  </a:txBody>
                  <a:tcPr/>
                </a:tc>
                <a:tc>
                  <a:txBody>
                    <a:bodyPr/>
                    <a:lstStyle/>
                    <a:p>
                      <a:r>
                        <a:rPr lang="en-IN" dirty="0">
                          <a:solidFill>
                            <a:schemeClr val="tx1">
                              <a:lumMod val="50000"/>
                            </a:schemeClr>
                          </a:solidFill>
                        </a:rPr>
                        <a:t>Provides Tamil explanation while preserving values and units.</a:t>
                      </a:r>
                    </a:p>
                  </a:txBody>
                  <a:tcPr/>
                </a:tc>
                <a:extLst>
                  <a:ext uri="{0D108BD9-81ED-4DB2-BD59-A6C34878D82A}">
                    <a16:rowId xmlns:a16="http://schemas.microsoft.com/office/drawing/2014/main" val="2440191544"/>
                  </a:ext>
                </a:extLst>
              </a:tr>
              <a:tr h="565935">
                <a:tc>
                  <a:txBody>
                    <a:bodyPr/>
                    <a:lstStyle/>
                    <a:p>
                      <a:r>
                        <a:rPr lang="en-IN" dirty="0">
                          <a:solidFill>
                            <a:schemeClr val="tx1">
                              <a:lumMod val="50000"/>
                            </a:schemeClr>
                          </a:solidFill>
                        </a:rPr>
                        <a:t>Previous Report</a:t>
                      </a:r>
                    </a:p>
                  </a:txBody>
                  <a:tcPr/>
                </a:tc>
                <a:tc>
                  <a:txBody>
                    <a:bodyPr/>
                    <a:lstStyle/>
                    <a:p>
                      <a:r>
                        <a:rPr lang="en-IN" dirty="0">
                          <a:solidFill>
                            <a:schemeClr val="tx1">
                              <a:lumMod val="50000"/>
                            </a:schemeClr>
                          </a:solidFill>
                        </a:rPr>
                        <a:t>Retrieves saved analysis through History.</a:t>
                      </a:r>
                    </a:p>
                  </a:txBody>
                  <a:tcPr/>
                </a:tc>
                <a:extLst>
                  <a:ext uri="{0D108BD9-81ED-4DB2-BD59-A6C34878D82A}">
                    <a16:rowId xmlns:a16="http://schemas.microsoft.com/office/drawing/2014/main" val="3742244931"/>
                  </a:ext>
                </a:extLst>
              </a:tr>
            </a:tbl>
          </a:graphicData>
        </a:graphic>
      </p:graphicFrame>
    </p:spTree>
    <p:extLst>
      <p:ext uri="{BB962C8B-B14F-4D97-AF65-F5344CB8AC3E}">
        <p14:creationId xmlns:p14="http://schemas.microsoft.com/office/powerpoint/2010/main" val="7672318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F0FE9B-69E1-4412-FF35-31E959E9258B}"/>
            </a:ext>
          </a:extLst>
        </p:cNvPr>
        <p:cNvGrpSpPr/>
        <p:nvPr/>
      </p:nvGrpSpPr>
      <p:grpSpPr>
        <a:xfrm>
          <a:off x="0" y="0"/>
          <a:ext cx="0" cy="0"/>
          <a:chOff x="0" y="0"/>
          <a:chExt cx="0" cy="0"/>
        </a:xfrm>
      </p:grpSpPr>
      <p:sp>
        <p:nvSpPr>
          <p:cNvPr id="7" name="Slide Number">
            <a:extLst>
              <a:ext uri="{FF2B5EF4-FFF2-40B4-BE49-F238E27FC236}">
                <a16:creationId xmlns:a16="http://schemas.microsoft.com/office/drawing/2014/main" id="{43BAC711-C6DF-11B7-50F5-4B990156C5C5}"/>
              </a:ext>
            </a:extLst>
          </p:cNvPr>
          <p:cNvSpPr>
            <a:spLocks noGrp="1"/>
          </p:cNvSpPr>
          <p:nvPr>
            <p:ph type="ftr" sz="quarter" idx="17"/>
          </p:nvPr>
        </p:nvSpPr>
        <p:spPr/>
        <p:txBody>
          <a:bodyPr/>
          <a:lstStyle/>
          <a:p>
            <a:fld id="{85954F8D-B7E6-D640-BC50-D014E954A05D}" type="slidenum">
              <a:rPr lang="en-US" smtClean="0"/>
              <a:t>14</a:t>
            </a:fld>
            <a:endParaRPr lang="en-US" dirty="0"/>
          </a:p>
        </p:txBody>
      </p:sp>
      <p:sp>
        <p:nvSpPr>
          <p:cNvPr id="21" name="Rectangle 20">
            <a:extLst>
              <a:ext uri="{FF2B5EF4-FFF2-40B4-BE49-F238E27FC236}">
                <a16:creationId xmlns:a16="http://schemas.microsoft.com/office/drawing/2014/main" id="{F05D4DAE-8546-EE14-0CA7-063A83072BDF}"/>
              </a:ext>
            </a:extLst>
          </p:cNvPr>
          <p:cNvSpPr/>
          <p:nvPr/>
        </p:nvSpPr>
        <p:spPr>
          <a:xfrm>
            <a:off x="0" y="12699"/>
            <a:ext cx="12192000" cy="9330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2400" b="1" dirty="0">
                <a:solidFill>
                  <a:schemeClr val="bg1"/>
                </a:solidFill>
              </a:rPr>
              <a:t> KNOWLEDGE INSTITUTE OF TECHNOLOGY</a:t>
            </a:r>
          </a:p>
        </p:txBody>
      </p:sp>
      <p:pic>
        <p:nvPicPr>
          <p:cNvPr id="22" name="Picture 2" descr="Knowledge Institute of Technology – Salem Tamilnadu">
            <a:extLst>
              <a:ext uri="{FF2B5EF4-FFF2-40B4-BE49-F238E27FC236}">
                <a16:creationId xmlns:a16="http://schemas.microsoft.com/office/drawing/2014/main" id="{1C6E89FC-C84A-78AE-8431-8FF6AABDD7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81663" y="28295"/>
            <a:ext cx="892617" cy="892617"/>
          </a:xfrm>
          <a:prstGeom prst="rect">
            <a:avLst/>
          </a:prstGeom>
          <a:noFill/>
          <a:extLst>
            <a:ext uri="{909E8E84-426E-40DD-AFC4-6F175D3DCCD1}">
              <a14:hiddenFill xmlns:a14="http://schemas.microsoft.com/office/drawing/2010/main">
                <a:solidFill>
                  <a:srgbClr val="FFFFFF"/>
                </a:solidFill>
              </a14:hiddenFill>
            </a:ext>
          </a:extLst>
        </p:spPr>
      </p:pic>
      <p:sp>
        <p:nvSpPr>
          <p:cNvPr id="4" name="Title 3">
            <a:extLst>
              <a:ext uri="{FF2B5EF4-FFF2-40B4-BE49-F238E27FC236}">
                <a16:creationId xmlns:a16="http://schemas.microsoft.com/office/drawing/2014/main" id="{CE2BD22C-CB15-9270-C611-98DDD9DCC629}"/>
              </a:ext>
            </a:extLst>
          </p:cNvPr>
          <p:cNvSpPr>
            <a:spLocks noGrp="1"/>
          </p:cNvSpPr>
          <p:nvPr>
            <p:ph type="title"/>
          </p:nvPr>
        </p:nvSpPr>
        <p:spPr>
          <a:xfrm>
            <a:off x="428031" y="1066801"/>
            <a:ext cx="6794571" cy="440002"/>
          </a:xfrm>
        </p:spPr>
        <p:txBody>
          <a:bodyPr/>
          <a:lstStyle/>
          <a:p>
            <a:r>
              <a:rPr lang="en-IN" sz="3200" dirty="0"/>
              <a:t>Conclusion</a:t>
            </a:r>
            <a:endParaRPr lang="en-IN" dirty="0"/>
          </a:p>
        </p:txBody>
      </p:sp>
      <p:sp>
        <p:nvSpPr>
          <p:cNvPr id="2" name="Content Placeholder 1">
            <a:extLst>
              <a:ext uri="{FF2B5EF4-FFF2-40B4-BE49-F238E27FC236}">
                <a16:creationId xmlns:a16="http://schemas.microsoft.com/office/drawing/2014/main" id="{60B97FB3-8490-1F45-E4D1-74AF76C62C10}"/>
              </a:ext>
            </a:extLst>
          </p:cNvPr>
          <p:cNvSpPr>
            <a:spLocks noGrp="1" noChangeArrowheads="1"/>
          </p:cNvSpPr>
          <p:nvPr>
            <p:ph idx="1"/>
          </p:nvPr>
        </p:nvSpPr>
        <p:spPr bwMode="auto">
          <a:xfrm>
            <a:off x="502921" y="2053625"/>
            <a:ext cx="10848102" cy="24513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2000" dirty="0" err="1"/>
              <a:t>HealthAI</a:t>
            </a:r>
            <a:r>
              <a:rPr lang="en-IN" sz="2000" dirty="0"/>
              <a:t> successfully demonstrates an integrated AI-assisted healthcare platform that combines AI, OCR, medical image processing, authentication, multilingual interaction, chatbot, history management, and PDF generation to simplify medical report understanding. The system enables users to upload reports, extract information, receive simplified explanations, and interact with the </a:t>
            </a:r>
            <a:r>
              <a:rPr lang="en-IN" sz="2000" dirty="0" err="1"/>
              <a:t>HealthAI</a:t>
            </a:r>
            <a:r>
              <a:rPr lang="en-IN" sz="2000" dirty="0"/>
              <a:t> chatbot while supporting English and Tamil, providing a practical foundation for future intelligent healthcare information systems.</a:t>
            </a:r>
          </a:p>
        </p:txBody>
      </p:sp>
    </p:spTree>
    <p:extLst>
      <p:ext uri="{BB962C8B-B14F-4D97-AF65-F5344CB8AC3E}">
        <p14:creationId xmlns:p14="http://schemas.microsoft.com/office/powerpoint/2010/main" val="619635169"/>
      </p:ext>
    </p:extLst>
  </p:cSld>
  <p:clrMapOvr>
    <a:masterClrMapping/>
  </p:clrMapOvr>
</p:sld>
</file>

<file path=ppt/theme/theme1.xml><?xml version="1.0" encoding="utf-8"?>
<a:theme xmlns:a="http://schemas.openxmlformats.org/drawingml/2006/main" name="Office Theme">
  <a:themeElements>
    <a:clrScheme name="UB Brand Colors">
      <a:dk1>
        <a:srgbClr val="666666"/>
      </a:dk1>
      <a:lt1>
        <a:srgbClr val="FFFFFF"/>
      </a:lt1>
      <a:dk2>
        <a:srgbClr val="005BBB"/>
      </a:dk2>
      <a:lt2>
        <a:srgbClr val="FFFFFF"/>
      </a:lt2>
      <a:accent1>
        <a:srgbClr val="005BBB"/>
      </a:accent1>
      <a:accent2>
        <a:srgbClr val="41B6E6"/>
      </a:accent2>
      <a:accent3>
        <a:srgbClr val="E56D54"/>
      </a:accent3>
      <a:accent4>
        <a:srgbClr val="666666"/>
      </a:accent4>
      <a:accent5>
        <a:srgbClr val="007681"/>
      </a:accent5>
      <a:accent6>
        <a:srgbClr val="003E51"/>
      </a:accent6>
      <a:hlink>
        <a:srgbClr val="005BBB"/>
      </a:hlink>
      <a:folHlink>
        <a:srgbClr val="D86A4E"/>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1074</TotalTime>
  <Words>1023</Words>
  <Application>Microsoft Office PowerPoint</Application>
  <PresentationFormat>Widescreen</PresentationFormat>
  <Paragraphs>223</Paragraphs>
  <Slides>14</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Arial Regular</vt:lpstr>
      <vt:lpstr>Georgia</vt:lpstr>
      <vt:lpstr>System Font Regular</vt:lpstr>
      <vt:lpstr>Times New Roman</vt:lpstr>
      <vt:lpstr>Office Theme</vt:lpstr>
      <vt:lpstr>AI-BASED MEDICAL REPORT ANALYSIS AND HEALTH INFORMATION SYSTEM</vt:lpstr>
      <vt:lpstr>PowerPoint Presentation</vt:lpstr>
      <vt:lpstr>Engineering Design Process</vt:lpstr>
      <vt:lpstr>Process Table</vt:lpstr>
      <vt:lpstr>List of Activities</vt:lpstr>
      <vt:lpstr>Activity Duration Table</vt:lpstr>
      <vt:lpstr>Activity Precedence Table</vt:lpstr>
      <vt:lpstr>Glossary:</vt:lpstr>
      <vt:lpstr>Core Technologies &amp; Principles </vt:lpstr>
      <vt:lpstr>Concept Rules &amp; Laws</vt:lpstr>
      <vt:lpstr>System Components &amp; Technologies</vt:lpstr>
      <vt:lpstr>PowerPoint Presentation</vt:lpstr>
      <vt:lpstr>What-if-Analysis</vt:lpstr>
      <vt:lpstr>Conclusion</vt:lpstr>
    </vt:vector>
  </TitlesOfParts>
  <Manager/>
  <Company>University at Buffalo</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UB PowerPoint Presentation</dc:title>
  <dc:subject/>
  <dc:creator>Division of University Communications</dc:creator>
  <cp:keywords/>
  <dc:description/>
  <cp:lastModifiedBy>Sangeetha D</cp:lastModifiedBy>
  <cp:revision>86</cp:revision>
  <dcterms:created xsi:type="dcterms:W3CDTF">2019-04-04T19:20:28Z</dcterms:created>
  <dcterms:modified xsi:type="dcterms:W3CDTF">2026-09-06T13:25:04Z</dcterms:modified>
  <cp:category/>
</cp:coreProperties>
</file>